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1d40a0e31d649d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758e62cb1604c2a"/>
    <p:sldId id="257" r:id="Rb54367e1dd8b4b89"/>
    <p:sldId id="258" r:id="R5fc6142f679c43a7"/>
    <p:sldId id="259" r:id="R56c03db4e3d847a8"/>
    <p:sldId id="260" r:id="Re709e64cf30b4387"/>
    <p:sldId id="261" r:id="Reb3caf3a7e4f43e1"/>
    <p:sldId id="262" r:id="R5d582b5949a649d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758e62cb1604c2a" /><Relationship Type="http://schemas.openxmlformats.org/officeDocument/2006/relationships/slide" Target="/ppt/slides/slide2.xml" Id="Rb54367e1dd8b4b89" /><Relationship Type="http://schemas.openxmlformats.org/officeDocument/2006/relationships/slide" Target="/ppt/slides/slide3.xml" Id="R5fc6142f679c43a7" /><Relationship Type="http://schemas.openxmlformats.org/officeDocument/2006/relationships/slide" Target="/ppt/slides/slide4.xml" Id="R56c03db4e3d847a8" /><Relationship Type="http://schemas.openxmlformats.org/officeDocument/2006/relationships/slide" Target="/ppt/slides/slide5.xml" Id="Re709e64cf30b4387" /><Relationship Type="http://schemas.openxmlformats.org/officeDocument/2006/relationships/slide" Target="/ppt/slides/slide6.xml" Id="Reb3caf3a7e4f43e1" /><Relationship Type="http://schemas.openxmlformats.org/officeDocument/2006/relationships/slide" Target="/ppt/slides/slide7.xml" Id="R5d582b5949a649d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95396611e4f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1efe2ebdb43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b59dfa9cc48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1be11ff3a4e6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4d1c96ecff84f9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3dd74a720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6f61ae4b544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3e3ddae4a42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0cd5d3e5049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53ea1d99d41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ac10334574d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698d4ceb44158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640000" y="4860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9072000" y="4860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9504000" y="4860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936000" y="4860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0368000" y="4860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0800000" y="4860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1232000" y="4860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1664000" y="4860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8640000" y="5292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9072000" y="5292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9504000" y="5292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9936000" y="5292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10368000" y="5292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10800000" y="5292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11232000" y="5292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11664000" y="5292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8640000" y="5724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9072000" y="5724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9504000" y="5724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9936000" y="5724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10368000" y="5724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10800000" y="5724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11232000" y="5724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11664000" y="5724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8640000" y="6156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9072000" y="6156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9504000" y="6156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9936000" y="6156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10368000" y="6156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10800000" y="6156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11232000" y="6156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11664000" y="6156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8640000" y="6588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9072000" y="6588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9504000" y="6588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9936000" y="6588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10368000" y="6588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10800000" y="6588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11232000" y="6588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11664000" y="6588000"/>
            <a:ext cx="79200" cy="79200"/>
          </a:xfrm>
          <a:prstGeom prst="ellipse">
            <a:avLst/>
          </a:prstGeom>
          <a:solidFill>
            <a:srgbClr val="1A3FD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 rot="0">
            <a:off x="8640000" y="1749600"/>
            <a:ext cx="2880000" cy="100800"/>
          </a:xfrm>
          <a:prstGeom prst="rect">
            <a:avLst/>
          </a:prstGeom>
          <a:solidFill>
            <a:srgbClr val="1A3FD8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 rot="1320000">
            <a:off x="8640000" y="1749600"/>
            <a:ext cx="2880000" cy="100800"/>
          </a:xfrm>
          <a:prstGeom prst="rect">
            <a:avLst/>
          </a:prstGeom>
          <a:solidFill>
            <a:srgbClr val="1A3FD8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 rot="2700000">
            <a:off x="8640000" y="1749600"/>
            <a:ext cx="2880000" cy="100800"/>
          </a:xfrm>
          <a:prstGeom prst="rect">
            <a:avLst/>
          </a:prstGeom>
          <a:solidFill>
            <a:srgbClr val="1A3FD8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 rot="4080000">
            <a:off x="8640000" y="1749600"/>
            <a:ext cx="2880000" cy="100800"/>
          </a:xfrm>
          <a:prstGeom prst="rect">
            <a:avLst/>
          </a:prstGeom>
          <a:solidFill>
            <a:srgbClr val="1A3FD8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 rot="5400000">
            <a:off x="8640000" y="1749600"/>
            <a:ext cx="2880000" cy="100800"/>
          </a:xfrm>
          <a:prstGeom prst="rect">
            <a:avLst/>
          </a:prstGeom>
          <a:solidFill>
            <a:srgbClr val="1A3FD8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 rot="6720000">
            <a:off x="8640000" y="1749600"/>
            <a:ext cx="2880000" cy="100800"/>
          </a:xfrm>
          <a:prstGeom prst="rect">
            <a:avLst/>
          </a:prstGeom>
          <a:solidFill>
            <a:srgbClr val="1A3FD8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 rot="8100000">
            <a:off x="8640000" y="1749600"/>
            <a:ext cx="2880000" cy="100800"/>
          </a:xfrm>
          <a:prstGeom prst="rect">
            <a:avLst/>
          </a:prstGeom>
          <a:solidFill>
            <a:srgbClr val="1A3FD8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 rot="9480000">
            <a:off x="8640000" y="1749600"/>
            <a:ext cx="2880000" cy="100800"/>
          </a:xfrm>
          <a:prstGeom prst="rect">
            <a:avLst/>
          </a:prstGeom>
          <a:solidFill>
            <a:srgbClr val="1A3FD8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!!bloom"/>
          <p:cNvSpPr/>
          <p:nvPr/>
        </p:nvSpPr>
        <p:spPr>
          <a:xfrm>
            <a:off x="0" y="720000"/>
            <a:ext cx="6120000" cy="4680000"/>
          </a:xfrm>
          <a:prstGeom prst="ellipse">
            <a:avLst/>
          </a:prstGeom>
          <a:solidFill>
            <a:srgbClr val="1A3FD8">
              <a:alpha val="9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360000" y="3060000"/>
            <a:ext cx="3240000" cy="2160000"/>
          </a:xfrm>
          <a:prstGeom prst="ellipse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540000" y="90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E8ECFF"/>
                </a:solidFill>
                <a:latin typeface="Segoe UI"/>
                <a:ea typeface="Segoe UI"/>
              </a:rPr>
              <a:t>VITAL BLOOM  ·  WELLNESS</a:t>
            </a:r>
          </a:p>
        </p:txBody>
      </p:sp>
      <p:sp>
        <p:nvSpPr>
          <p:cNvPr id="53" name="TextBox 53"/>
          <p:cNvSpPr/>
          <p:nvPr/>
        </p:nvSpPr>
        <p:spPr>
          <a:xfrm>
            <a:off x="540000" y="1368000"/>
            <a:ext cx="1440000" cy="43200"/>
          </a:xfrm>
          <a:prstGeom prst="rect">
            <a:avLst/>
          </a:prstGeom>
          <a:solidFill>
            <a:srgbClr val="7D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540000" y="1512000"/>
            <a:ext cx="5040000" cy="3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000" b="1">
                <a:solidFill>
                  <a:srgbClr val="E8ECFF"/>
                </a:solidFill>
                <a:latin typeface="Segoe UI Black"/>
                <a:ea typeface="Segoe UI Black"/>
              </a:rPr>
              <a:t>Move.</a:t>
            </a:r>
          </a:p>
          <a:p>
            <a:r>
              <a:rPr lang="en-US" sz="5000" b="1">
                <a:solidFill>
                  <a:srgbClr val="E8ECFF"/>
                </a:solidFill>
                <a:latin typeface="Segoe UI Black"/>
                <a:ea typeface="Segoe UI Black"/>
              </a:rPr>
              <a:t>Breathe.</a:t>
            </a:r>
          </a:p>
          <a:p>
            <a:r>
              <a:rPr lang="en-US" sz="5000" b="1">
                <a:solidFill>
                  <a:srgbClr val="E8ECFF"/>
                </a:solidFill>
                <a:latin typeface="Segoe UI Black"/>
                <a:ea typeface="Segoe UI Black"/>
              </a:rPr>
              <a:t>Become.</a:t>
            </a:r>
          </a:p>
        </p:txBody>
      </p:sp>
      <p:sp>
        <p:nvSpPr>
          <p:cNvPr id="55" name="TextBox 55"/>
          <p:cNvSpPr/>
          <p:nvPr/>
        </p:nvSpPr>
        <p:spPr>
          <a:xfrm>
            <a:off x="6840000" y="1440000"/>
            <a:ext cx="4680000" cy="16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0A1830"/>
                </a:solidFill>
                <a:latin typeface="Segoe UI"/>
                <a:ea typeface="Segoe UI"/>
              </a:rPr>
              <a:t>Your daily ritual for</a:t>
            </a:r>
          </a:p>
          <a:p>
            <a:r>
              <a:rPr lang="en-US" sz="1600">
                <a:solidFill>
                  <a:srgbClr val="0A1830"/>
                </a:solidFill>
                <a:latin typeface="Segoe UI"/>
                <a:ea typeface="Segoe UI"/>
              </a:rPr>
              <a:t>mindful movement</a:t>
            </a:r>
          </a:p>
          <a:p>
            <a:r>
              <a:rPr lang="en-US" sz="1600">
                <a:solidFill>
                  <a:srgbClr val="0A1830"/>
                </a:solidFill>
                <a:latin typeface="Segoe UI"/>
                <a:ea typeface="Segoe UI"/>
              </a:rPr>
              <a:t>and lasting vitality.</a:t>
            </a:r>
          </a:p>
        </p:txBody>
      </p:sp>
      <p:sp>
        <p:nvSpPr>
          <p:cNvPr id="56" name="TextBox 56"/>
          <p:cNvSpPr/>
          <p:nvPr/>
        </p:nvSpPr>
        <p:spPr>
          <a:xfrm>
            <a:off x="6840000" y="3240000"/>
            <a:ext cx="4680000" cy="28800"/>
          </a:xfrm>
          <a:prstGeom prst="rect">
            <a:avLst/>
          </a:prstGeom>
          <a:solidFill>
            <a:srgbClr val="1A3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6840000" y="3420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8890B0"/>
                </a:solidFill>
                <a:latin typeface="Segoe UI"/>
                <a:ea typeface="Segoe UI"/>
              </a:rPr>
              <a:t>Yoga  ·  Breathwork  ·  Meditation  ·  Nutrition</a:t>
            </a:r>
          </a:p>
        </p:txBody>
      </p:sp>
      <p:sp>
        <p:nvSpPr>
          <p:cNvPr id="58" name="TextBox 58"/>
          <p:cNvSpPr/>
          <p:nvPr/>
        </p:nvSpPr>
        <p:spPr>
          <a:xfrm rot="0">
            <a:off x="7560000" y="5544000"/>
            <a:ext cx="1440000" cy="720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9" name="TextBox 59"/>
          <p:cNvSpPr/>
          <p:nvPr/>
        </p:nvSpPr>
        <p:spPr>
          <a:xfrm rot="1800000">
            <a:off x="7560000" y="5544000"/>
            <a:ext cx="1440000" cy="720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0" name="TextBox 60"/>
          <p:cNvSpPr/>
          <p:nvPr/>
        </p:nvSpPr>
        <p:spPr>
          <a:xfrm rot="3600000">
            <a:off x="7560000" y="5544000"/>
            <a:ext cx="1440000" cy="720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1" name="TextBox 61"/>
          <p:cNvSpPr/>
          <p:nvPr/>
        </p:nvSpPr>
        <p:spPr>
          <a:xfrm rot="5400000">
            <a:off x="7560000" y="5544000"/>
            <a:ext cx="1440000" cy="720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2" name="TextBox 62"/>
          <p:cNvSpPr/>
          <p:nvPr/>
        </p:nvSpPr>
        <p:spPr>
          <a:xfrm rot="7200000">
            <a:off x="7560000" y="5544000"/>
            <a:ext cx="1440000" cy="720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3" name="TextBox 63"/>
          <p:cNvSpPr/>
          <p:nvPr/>
        </p:nvSpPr>
        <p:spPr>
          <a:xfrm rot="9000000">
            <a:off x="7560000" y="5544000"/>
            <a:ext cx="1440000" cy="720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4" name="TextBox 64"/>
          <p:cNvSpPr/>
          <p:nvPr/>
        </p:nvSpPr>
        <p:spPr>
          <a:xfrm>
            <a:off x="10080000" y="6408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8890B0"/>
                </a:solidFill>
                <a:latin typeface="Segoe UI"/>
                <a:ea typeface="Segoe UI"/>
              </a:rPr>
              <a:t>vitalbloom.app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396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92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188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584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980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2376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2772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3168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564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3960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4356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4752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5148000" y="5400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396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792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1188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1584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1980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2376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2772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3168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3564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3960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4356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4752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5148000" y="5796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396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792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1188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1584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1980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2376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2772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3168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3564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3960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4356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4752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5148000" y="6192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396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792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>
            <a:off x="1188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1584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1980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TextBox 50"/>
          <p:cNvSpPr/>
          <p:nvPr/>
        </p:nvSpPr>
        <p:spPr>
          <a:xfrm>
            <a:off x="2376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2772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3168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" name="TextBox 53"/>
          <p:cNvSpPr/>
          <p:nvPr/>
        </p:nvSpPr>
        <p:spPr>
          <a:xfrm>
            <a:off x="3564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3960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" name="TextBox 55"/>
          <p:cNvSpPr/>
          <p:nvPr/>
        </p:nvSpPr>
        <p:spPr>
          <a:xfrm>
            <a:off x="4356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" name="TextBox 56"/>
          <p:cNvSpPr/>
          <p:nvPr/>
        </p:nvSpPr>
        <p:spPr>
          <a:xfrm>
            <a:off x="4752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5148000" y="6588000"/>
            <a:ext cx="72000" cy="72000"/>
          </a:xfrm>
          <a:prstGeom prst="ellipse">
            <a:avLst/>
          </a:prstGeom>
          <a:solidFill>
            <a:srgbClr val="7DC84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8" name="TextBox 58"/>
          <p:cNvSpPr/>
          <p:nvPr/>
        </p:nvSpPr>
        <p:spPr>
          <a:xfrm rot="0">
            <a:off x="4834800" y="3380400"/>
            <a:ext cx="2520000" cy="93600"/>
          </a:xfrm>
          <a:prstGeom prst="rect">
            <a:avLst/>
          </a:prstGeom>
          <a:solidFill>
            <a:srgbClr val="1A3FD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9" name="TextBox 59"/>
          <p:cNvSpPr/>
          <p:nvPr/>
        </p:nvSpPr>
        <p:spPr>
          <a:xfrm rot="1320000">
            <a:off x="4834800" y="3380400"/>
            <a:ext cx="2520000" cy="93600"/>
          </a:xfrm>
          <a:prstGeom prst="rect">
            <a:avLst/>
          </a:prstGeom>
          <a:solidFill>
            <a:srgbClr val="1A3FD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0" name="TextBox 60"/>
          <p:cNvSpPr/>
          <p:nvPr/>
        </p:nvSpPr>
        <p:spPr>
          <a:xfrm rot="2700000">
            <a:off x="4834800" y="3380400"/>
            <a:ext cx="2520000" cy="93600"/>
          </a:xfrm>
          <a:prstGeom prst="rect">
            <a:avLst/>
          </a:prstGeom>
          <a:solidFill>
            <a:srgbClr val="1A3FD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1" name="TextBox 61"/>
          <p:cNvSpPr/>
          <p:nvPr/>
        </p:nvSpPr>
        <p:spPr>
          <a:xfrm rot="4080000">
            <a:off x="4834800" y="3380400"/>
            <a:ext cx="2520000" cy="93600"/>
          </a:xfrm>
          <a:prstGeom prst="rect">
            <a:avLst/>
          </a:prstGeom>
          <a:solidFill>
            <a:srgbClr val="1A3FD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2" name="TextBox 62"/>
          <p:cNvSpPr/>
          <p:nvPr/>
        </p:nvSpPr>
        <p:spPr>
          <a:xfrm rot="5400000">
            <a:off x="4834800" y="3380400"/>
            <a:ext cx="2520000" cy="93600"/>
          </a:xfrm>
          <a:prstGeom prst="rect">
            <a:avLst/>
          </a:prstGeom>
          <a:solidFill>
            <a:srgbClr val="1A3FD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3" name="TextBox 63"/>
          <p:cNvSpPr/>
          <p:nvPr/>
        </p:nvSpPr>
        <p:spPr>
          <a:xfrm rot="6720000">
            <a:off x="4834800" y="3380400"/>
            <a:ext cx="2520000" cy="93600"/>
          </a:xfrm>
          <a:prstGeom prst="rect">
            <a:avLst/>
          </a:prstGeom>
          <a:solidFill>
            <a:srgbClr val="1A3FD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4" name="TextBox 64"/>
          <p:cNvSpPr/>
          <p:nvPr/>
        </p:nvSpPr>
        <p:spPr>
          <a:xfrm rot="8100000">
            <a:off x="4834800" y="3380400"/>
            <a:ext cx="2520000" cy="93600"/>
          </a:xfrm>
          <a:prstGeom prst="rect">
            <a:avLst/>
          </a:prstGeom>
          <a:solidFill>
            <a:srgbClr val="1A3FD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5" name="TextBox 65"/>
          <p:cNvSpPr/>
          <p:nvPr/>
        </p:nvSpPr>
        <p:spPr>
          <a:xfrm rot="9480000">
            <a:off x="4834800" y="3380400"/>
            <a:ext cx="2520000" cy="93600"/>
          </a:xfrm>
          <a:prstGeom prst="rect">
            <a:avLst/>
          </a:prstGeom>
          <a:solidFill>
            <a:srgbClr val="1A3FD8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6" name="!!bloom"/>
          <p:cNvSpPr/>
          <p:nvPr/>
        </p:nvSpPr>
        <p:spPr>
          <a:xfrm>
            <a:off x="7920000" y="0"/>
            <a:ext cx="4320000" cy="2880000"/>
          </a:xfrm>
          <a:prstGeom prst="ellipse">
            <a:avLst/>
          </a:prstGeom>
          <a:solidFill>
            <a:srgbClr val="1A3FD8">
              <a:alpha val="8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7" name="TextBox 67"/>
          <p:cNvSpPr/>
          <p:nvPr/>
        </p:nvSpPr>
        <p:spPr>
          <a:xfrm>
            <a:off x="8640000" y="360000"/>
            <a:ext cx="2880000" cy="1800000"/>
          </a:xfrm>
          <a:prstGeom prst="ellipse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8" name="TextBox 68"/>
          <p:cNvSpPr/>
          <p:nvPr/>
        </p:nvSpPr>
        <p:spPr>
          <a:xfrm>
            <a:off x="540000" y="360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A3FD8"/>
                </a:solidFill>
                <a:latin typeface="Segoe UI"/>
                <a:ea typeface="Segoe UI"/>
              </a:rPr>
              <a:t>ABOUT US</a:t>
            </a:r>
          </a:p>
        </p:txBody>
      </p:sp>
      <p:sp>
        <p:nvSpPr>
          <p:cNvPr id="69" name="TextBox 69"/>
          <p:cNvSpPr/>
          <p:nvPr/>
        </p:nvSpPr>
        <p:spPr>
          <a:xfrm>
            <a:off x="540000" y="792000"/>
            <a:ext cx="1260000" cy="43200"/>
          </a:xfrm>
          <a:prstGeom prst="rect">
            <a:avLst/>
          </a:prstGeom>
          <a:solidFill>
            <a:srgbClr val="1A3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0" name="TextBox 70"/>
          <p:cNvSpPr/>
          <p:nvPr/>
        </p:nvSpPr>
        <p:spPr>
          <a:xfrm>
            <a:off x="540000" y="1008000"/>
            <a:ext cx="6480000" cy="3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0A1830"/>
                </a:solidFill>
                <a:latin typeface="Segoe UI Black"/>
                <a:ea typeface="Segoe UI Black"/>
              </a:rPr>
              <a:t>Born from the belief</a:t>
            </a:r>
          </a:p>
          <a:p>
            <a:r>
              <a:rPr lang="en-US" sz="3600" b="1">
                <a:solidFill>
                  <a:srgbClr val="0A1830"/>
                </a:solidFill>
                <a:latin typeface="Segoe UI Black"/>
                <a:ea typeface="Segoe UI Black"/>
              </a:rPr>
              <a:t>that wellness is a</a:t>
            </a:r>
          </a:p>
          <a:p>
            <a:r>
              <a:rPr lang="en-US" sz="3600" b="1">
                <a:solidFill>
                  <a:srgbClr val="0A1830"/>
                </a:solidFill>
                <a:latin typeface="Segoe UI Black"/>
                <a:ea typeface="Segoe UI Black"/>
              </a:rPr>
              <a:t>practice, not a</a:t>
            </a:r>
          </a:p>
          <a:p>
            <a:r>
              <a:rPr lang="en-US" sz="3600" b="1">
                <a:solidFill>
                  <a:srgbClr val="0A1830"/>
                </a:solidFill>
                <a:latin typeface="Segoe UI Black"/>
                <a:ea typeface="Segoe UI Black"/>
              </a:rPr>
              <a:t>destination.</a:t>
            </a:r>
          </a:p>
        </p:txBody>
      </p:sp>
      <p:sp>
        <p:nvSpPr>
          <p:cNvPr id="71" name="TextBox 71"/>
          <p:cNvSpPr/>
          <p:nvPr/>
        </p:nvSpPr>
        <p:spPr>
          <a:xfrm>
            <a:off x="540000" y="5040000"/>
            <a:ext cx="61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8890B0"/>
                </a:solidFill>
                <a:latin typeface="Segoe UI"/>
                <a:ea typeface="Segoe UI"/>
              </a:rPr>
              <a:t>We built Vital Bloom for people who want to feel</a:t>
            </a:r>
          </a:p>
          <a:p>
            <a:r>
              <a:rPr lang="en-US" sz="1300">
                <a:solidFill>
                  <a:srgbClr val="8890B0"/>
                </a:solidFill>
                <a:latin typeface="Segoe UI"/>
                <a:ea typeface="Segoe UI"/>
              </a:rPr>
              <a:t>good every day — not just on retreat weekends.</a:t>
            </a:r>
          </a:p>
        </p:txBody>
      </p:sp>
      <p:sp>
        <p:nvSpPr>
          <p:cNvPr id="72" name="TextBox 72"/>
          <p:cNvSpPr/>
          <p:nvPr/>
        </p:nvSpPr>
        <p:spPr>
          <a:xfrm>
            <a:off x="540000" y="5940000"/>
            <a:ext cx="1440000" cy="792000"/>
          </a:xfrm>
          <a:prstGeom prst="ellipse">
            <a:avLst/>
          </a:prstGeom>
          <a:solidFill>
            <a:srgbClr val="1A3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3" name="TextBox 73"/>
          <p:cNvSpPr/>
          <p:nvPr/>
        </p:nvSpPr>
        <p:spPr>
          <a:xfrm>
            <a:off x="540000" y="5940000"/>
            <a:ext cx="1440000" cy="792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500" b="1">
                <a:solidFill>
                  <a:srgbClr val="E8ECFF"/>
                </a:solidFill>
                <a:latin typeface="Segoe UI Black"/>
                <a:ea typeface="Segoe UI Black"/>
              </a:rPr>
              <a:t>50K+</a:t>
            </a:r>
          </a:p>
        </p:txBody>
      </p:sp>
      <p:sp>
        <p:nvSpPr>
          <p:cNvPr id="74" name="TextBox 74"/>
          <p:cNvSpPr/>
          <p:nvPr/>
        </p:nvSpPr>
        <p:spPr>
          <a:xfrm>
            <a:off x="2340000" y="5940000"/>
            <a:ext cx="1440000" cy="792000"/>
          </a:xfrm>
          <a:prstGeom prst="ellipse">
            <a:avLst/>
          </a:prstGeom>
          <a:solidFill>
            <a:srgbClr val="7D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5" name="TextBox 75"/>
          <p:cNvSpPr/>
          <p:nvPr/>
        </p:nvSpPr>
        <p:spPr>
          <a:xfrm>
            <a:off x="2340000" y="5940000"/>
            <a:ext cx="1440000" cy="792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500" b="1">
                <a:solidFill>
                  <a:srgbClr val="0A1830"/>
                </a:solidFill>
                <a:latin typeface="Segoe UI Black"/>
                <a:ea typeface="Segoe UI Black"/>
              </a:rPr>
              <a:t>4.9 ★</a:t>
            </a:r>
          </a:p>
        </p:txBody>
      </p:sp>
      <p:sp>
        <p:nvSpPr>
          <p:cNvPr id="76" name="TextBox 76"/>
          <p:cNvSpPr/>
          <p:nvPr/>
        </p:nvSpPr>
        <p:spPr>
          <a:xfrm>
            <a:off x="4140000" y="5940000"/>
            <a:ext cx="1440000" cy="792000"/>
          </a:xfrm>
          <a:prstGeom prst="ellipse">
            <a:avLst/>
          </a:prstGeom>
          <a:solidFill>
            <a:srgbClr val="9B8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7" name="TextBox 77"/>
          <p:cNvSpPr/>
          <p:nvPr/>
        </p:nvSpPr>
        <p:spPr>
          <a:xfrm>
            <a:off x="4140000" y="5940000"/>
            <a:ext cx="1440000" cy="792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>
                <a:solidFill>
                  <a:srgbClr val="E8ECFF"/>
                </a:solidFill>
                <a:latin typeface="Segoe UI Black"/>
                <a:ea typeface="Segoe UI Black"/>
              </a:rPr>
              <a:t>200+</a:t>
            </a:r>
          </a:p>
          <a:p>
            <a:pPr algn="ctr"/>
            <a:r>
              <a:rPr lang="en-US" sz="1100" b="1">
                <a:solidFill>
                  <a:srgbClr val="E8ECFF"/>
                </a:solidFill>
                <a:latin typeface="Segoe UI Black"/>
                <a:ea typeface="Segoe UI Black"/>
              </a:rPr>
              <a:t>classes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0">
            <a:off x="9540000" y="1213200"/>
            <a:ext cx="2520000" cy="936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1320000">
            <a:off x="9540000" y="1213200"/>
            <a:ext cx="2520000" cy="936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2700000">
            <a:off x="9540000" y="1213200"/>
            <a:ext cx="2520000" cy="936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4080000">
            <a:off x="9540000" y="1213200"/>
            <a:ext cx="2520000" cy="936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 rot="5400000">
            <a:off x="9540000" y="1213200"/>
            <a:ext cx="2520000" cy="936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6720000">
            <a:off x="9540000" y="1213200"/>
            <a:ext cx="2520000" cy="936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8100000">
            <a:off x="9540000" y="1213200"/>
            <a:ext cx="2520000" cy="936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 rot="9480000">
            <a:off x="9540000" y="1213200"/>
            <a:ext cx="2520000" cy="93600"/>
          </a:xfrm>
          <a:prstGeom prst="rect">
            <a:avLst/>
          </a:prstGeom>
          <a:solidFill>
            <a:srgbClr val="7DC8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bloom"/>
          <p:cNvSpPr/>
          <p:nvPr/>
        </p:nvSpPr>
        <p:spPr>
          <a:xfrm>
            <a:off x="0" y="3600000"/>
            <a:ext cx="5040000" cy="3600000"/>
          </a:xfrm>
          <a:prstGeom prst="ellipse">
            <a:avLst/>
          </a:prstGeom>
          <a:solidFill>
            <a:srgbClr val="7DC840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4320000"/>
            <a:ext cx="2880000" cy="2520000"/>
          </a:xfrm>
          <a:prstGeom prst="ellipse">
            <a:avLst/>
          </a:prstGeom>
          <a:solidFill>
            <a:srgbClr val="1A3FD8">
              <a:alpha val="3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360000"/>
            <a:ext cx="86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A3FD8"/>
                </a:solidFill>
                <a:latin typeface="Segoe UI"/>
                <a:ea typeface="Segoe UI"/>
              </a:rPr>
              <a:t>PROGRAMS</a:t>
            </a:r>
          </a:p>
        </p:txBody>
      </p:sp>
      <p:sp>
        <p:nvSpPr>
          <p:cNvPr id="13" name="TextBox 13"/>
          <p:cNvSpPr/>
          <p:nvPr/>
        </p:nvSpPr>
        <p:spPr>
          <a:xfrm>
            <a:off x="540000" y="792000"/>
            <a:ext cx="1260000" cy="43200"/>
          </a:xfrm>
          <a:prstGeom prst="rect">
            <a:avLst/>
          </a:prstGeom>
          <a:solidFill>
            <a:srgbClr val="7D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540000" y="1008000"/>
            <a:ext cx="720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0A1830"/>
                </a:solidFill>
                <a:latin typeface="Segoe UI Black"/>
                <a:ea typeface="Segoe UI Black"/>
              </a:rPr>
              <a:t>Find Your</a:t>
            </a:r>
          </a:p>
          <a:p>
            <a:r>
              <a:rPr lang="en-US" sz="4400" b="1">
                <a:solidFill>
                  <a:srgbClr val="0A1830"/>
                </a:solidFill>
                <a:latin typeface="Segoe UI Black"/>
                <a:ea typeface="Segoe UI Black"/>
              </a:rPr>
              <a:t>Practice.</a:t>
            </a:r>
          </a:p>
        </p:txBody>
      </p:sp>
      <p:sp>
        <p:nvSpPr>
          <p:cNvPr id="15" name="TextBox 15"/>
          <p:cNvSpPr/>
          <p:nvPr/>
        </p:nvSpPr>
        <p:spPr>
          <a:xfrm>
            <a:off x="540000" y="2880000"/>
            <a:ext cx="3420000" cy="3600000"/>
          </a:xfrm>
          <a:prstGeom prst="roundRect">
            <a:avLst/>
          </a:prstGeom>
          <a:solidFill>
            <a:srgbClr val="1A3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3060000"/>
            <a:ext cx="30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7DC840"/>
                </a:solidFill>
                <a:latin typeface="Segoe UI Black"/>
                <a:ea typeface="Segoe UI Black"/>
              </a:rPr>
              <a:t>YOGA</a:t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3600000"/>
            <a:ext cx="306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E8ECFF"/>
                </a:solidFill>
                <a:latin typeface="Segoe UI"/>
                <a:ea typeface="Segoe UI"/>
              </a:rPr>
              <a:t>Hatha · Vinyasa · Yin</a:t>
            </a:r>
          </a:p>
          <a:p>
            <a:r>
              <a:rPr lang="en-US" sz="1200">
                <a:solidFill>
                  <a:srgbClr val="E8ECFF"/>
                </a:solidFill>
                <a:latin typeface="Segoe UI"/>
                <a:ea typeface="Segoe UI"/>
              </a:rPr>
              <a:t>50+ classes</a:t>
            </a:r>
          </a:p>
          <a:p>
            <a:r>
              <a:rPr lang="en-US" sz="1200">
                <a:solidFill>
                  <a:srgbClr val="E8ECFF"/>
                </a:solidFill>
                <a:latin typeface="Segoe UI"/>
                <a:ea typeface="Segoe UI"/>
              </a:rPr>
              <a:t>20 – 90 min sessions</a:t>
            </a:r>
          </a:p>
        </p:txBody>
      </p:sp>
      <p:sp>
        <p:nvSpPr>
          <p:cNvPr id="18" name="TextBox 18"/>
          <p:cNvSpPr/>
          <p:nvPr/>
        </p:nvSpPr>
        <p:spPr>
          <a:xfrm>
            <a:off x="4320000" y="2880000"/>
            <a:ext cx="3420000" cy="3600000"/>
          </a:xfrm>
          <a:prstGeom prst="roundRect">
            <a:avLst/>
          </a:prstGeom>
          <a:solidFill>
            <a:srgbClr val="E8D8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4500000" y="3060000"/>
            <a:ext cx="30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1A3FD8"/>
                </a:solidFill>
                <a:latin typeface="Segoe UI Black"/>
                <a:ea typeface="Segoe UI Black"/>
              </a:rPr>
              <a:t>BREATHWORK</a:t>
            </a:r>
          </a:p>
        </p:txBody>
      </p:sp>
      <p:sp>
        <p:nvSpPr>
          <p:cNvPr id="20" name="TextBox 20"/>
          <p:cNvSpPr/>
          <p:nvPr/>
        </p:nvSpPr>
        <p:spPr>
          <a:xfrm>
            <a:off x="4500000" y="3600000"/>
            <a:ext cx="306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0A1830"/>
                </a:solidFill>
                <a:latin typeface="Segoe UI"/>
                <a:ea typeface="Segoe UI"/>
              </a:rPr>
              <a:t>Box · 4-7-8 · Wim Hof</a:t>
            </a:r>
          </a:p>
          <a:p>
            <a:r>
              <a:rPr lang="en-US" sz="1200">
                <a:solidFill>
                  <a:srgbClr val="0A1830"/>
                </a:solidFill>
                <a:latin typeface="Segoe UI"/>
                <a:ea typeface="Segoe UI"/>
              </a:rPr>
              <a:t>30+ guided sessions</a:t>
            </a:r>
          </a:p>
          <a:p>
            <a:r>
              <a:rPr lang="en-US" sz="1200">
                <a:solidFill>
                  <a:srgbClr val="0A1830"/>
                </a:solidFill>
                <a:latin typeface="Segoe UI"/>
                <a:ea typeface="Segoe UI"/>
              </a:rPr>
              <a:t>for calm &amp; energy</a:t>
            </a:r>
          </a:p>
        </p:txBody>
      </p:sp>
      <p:sp>
        <p:nvSpPr>
          <p:cNvPr id="21" name="TextBox 21"/>
          <p:cNvSpPr/>
          <p:nvPr/>
        </p:nvSpPr>
        <p:spPr>
          <a:xfrm>
            <a:off x="8100000" y="2880000"/>
            <a:ext cx="3420000" cy="3600000"/>
          </a:xfrm>
          <a:prstGeom prst="roundRect">
            <a:avLst/>
          </a:prstGeom>
          <a:solidFill>
            <a:srgbClr val="9B8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8280000" y="3060000"/>
            <a:ext cx="30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E8ECFF"/>
                </a:solidFill>
                <a:latin typeface="Segoe UI Black"/>
                <a:ea typeface="Segoe UI Black"/>
              </a:rPr>
              <a:t>MEDITATION</a:t>
            </a:r>
          </a:p>
        </p:txBody>
      </p:sp>
      <p:sp>
        <p:nvSpPr>
          <p:cNvPr id="23" name="TextBox 23"/>
          <p:cNvSpPr/>
          <p:nvPr/>
        </p:nvSpPr>
        <p:spPr>
          <a:xfrm>
            <a:off x="8280000" y="3600000"/>
            <a:ext cx="306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E8ECFF"/>
                </a:solidFill>
                <a:latin typeface="Segoe UI"/>
                <a:ea typeface="Segoe UI"/>
              </a:rPr>
              <a:t>Sleep · Focus · Stress</a:t>
            </a:r>
          </a:p>
          <a:p>
            <a:r>
              <a:rPr lang="en-US" sz="1200">
                <a:solidFill>
                  <a:srgbClr val="E8ECFF"/>
                </a:solidFill>
                <a:latin typeface="Segoe UI"/>
                <a:ea typeface="Segoe UI"/>
              </a:rPr>
              <a:t>40+ meditations</a:t>
            </a:r>
          </a:p>
          <a:p>
            <a:r>
              <a:rPr lang="en-US" sz="1200">
                <a:solidFill>
                  <a:srgbClr val="E8ECFF"/>
                </a:solidFill>
                <a:latin typeface="Segoe UI"/>
                <a:ea typeface="Segoe UI"/>
              </a:rPr>
              <a:t>3 – 30 min formats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3FD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0">
            <a:off x="540000" y="5713200"/>
            <a:ext cx="2520000" cy="93600"/>
          </a:xfrm>
          <a:prstGeom prst="rect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1320000">
            <a:off x="540000" y="5713200"/>
            <a:ext cx="2520000" cy="93600"/>
          </a:xfrm>
          <a:prstGeom prst="rect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2700000">
            <a:off x="540000" y="5713200"/>
            <a:ext cx="2520000" cy="93600"/>
          </a:xfrm>
          <a:prstGeom prst="rect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4080000">
            <a:off x="540000" y="5713200"/>
            <a:ext cx="2520000" cy="93600"/>
          </a:xfrm>
          <a:prstGeom prst="rect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 rot="5400000">
            <a:off x="540000" y="5713200"/>
            <a:ext cx="2520000" cy="93600"/>
          </a:xfrm>
          <a:prstGeom prst="rect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6720000">
            <a:off x="540000" y="5713200"/>
            <a:ext cx="2520000" cy="93600"/>
          </a:xfrm>
          <a:prstGeom prst="rect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8100000">
            <a:off x="540000" y="5713200"/>
            <a:ext cx="2520000" cy="93600"/>
          </a:xfrm>
          <a:prstGeom prst="rect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 rot="9480000">
            <a:off x="540000" y="5713200"/>
            <a:ext cx="2520000" cy="93600"/>
          </a:xfrm>
          <a:prstGeom prst="rect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bloom"/>
          <p:cNvSpPr/>
          <p:nvPr/>
        </p:nvSpPr>
        <p:spPr>
          <a:xfrm>
            <a:off x="2160000" y="1260000"/>
            <a:ext cx="7920000" cy="3240000"/>
          </a:xfrm>
          <a:prstGeom prst="ellipse">
            <a:avLst/>
          </a:prstGeom>
          <a:solidFill>
            <a:srgbClr val="7DC840">
              <a:alpha val="8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2880000" y="1800000"/>
            <a:ext cx="5760000" cy="2160000"/>
          </a:xfrm>
          <a:prstGeom prst="ellipse">
            <a:avLst/>
          </a:prstGeom>
          <a:solidFill>
            <a:srgbClr val="9B8FD8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360000"/>
            <a:ext cx="86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E8ECFF"/>
                </a:solidFill>
                <a:latin typeface="Segoe UI"/>
                <a:ea typeface="Segoe UI"/>
              </a:rPr>
              <a:t>OUR PHILOSOPHY</a:t>
            </a:r>
          </a:p>
        </p:txBody>
      </p:sp>
      <p:sp>
        <p:nvSpPr>
          <p:cNvPr id="13" name="TextBox 13"/>
          <p:cNvSpPr/>
          <p:nvPr/>
        </p:nvSpPr>
        <p:spPr>
          <a:xfrm>
            <a:off x="540000" y="792000"/>
            <a:ext cx="1260000" cy="43200"/>
          </a:xfrm>
          <a:prstGeom prst="rect">
            <a:avLst/>
          </a:prstGeom>
          <a:solidFill>
            <a:srgbClr val="7D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540000" y="1008000"/>
            <a:ext cx="1080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000" b="1">
                <a:solidFill>
                  <a:srgbClr val="E8ECFF"/>
                </a:solidFill>
                <a:latin typeface="Segoe UI Black"/>
                <a:ea typeface="Segoe UI Black"/>
              </a:rPr>
              <a:t>Consistency</a:t>
            </a:r>
          </a:p>
          <a:p>
            <a:r>
              <a:rPr lang="en-US" sz="5000" b="1">
                <a:solidFill>
                  <a:srgbClr val="E8ECFF"/>
                </a:solidFill>
                <a:latin typeface="Segoe UI Black"/>
                <a:ea typeface="Segoe UI Black"/>
              </a:rPr>
              <a:t>over perfection.</a:t>
            </a:r>
          </a:p>
        </p:txBody>
      </p:sp>
      <p:sp>
        <p:nvSpPr>
          <p:cNvPr id="15" name="TextBox 15"/>
          <p:cNvSpPr/>
          <p:nvPr/>
        </p:nvSpPr>
        <p:spPr>
          <a:xfrm>
            <a:off x="540000" y="4860000"/>
            <a:ext cx="32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7DC840"/>
                </a:solidFill>
                <a:latin typeface="Segoe UI Black"/>
                <a:ea typeface="Segoe UI Black"/>
              </a:rPr>
              <a:t>LISTEN</a:t>
            </a:r>
          </a:p>
        </p:txBody>
      </p:sp>
      <p:sp>
        <p:nvSpPr>
          <p:cNvPr id="16" name="TextBox 16"/>
          <p:cNvSpPr/>
          <p:nvPr/>
        </p:nvSpPr>
        <p:spPr>
          <a:xfrm>
            <a:off x="540000" y="5364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Your body already knows.</a:t>
            </a:r>
          </a:p>
          <a:p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We help you tune in and</a:t>
            </a:r>
          </a:p>
          <a:p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respond to what it tells you.</a:t>
            </a:r>
          </a:p>
        </p:txBody>
      </p:sp>
      <p:sp>
        <p:nvSpPr>
          <p:cNvPr id="17" name="TextBox 17"/>
          <p:cNvSpPr/>
          <p:nvPr/>
        </p:nvSpPr>
        <p:spPr>
          <a:xfrm>
            <a:off x="4680000" y="4860000"/>
            <a:ext cx="32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7DC840"/>
                </a:solidFill>
                <a:latin typeface="Segoe UI Black"/>
                <a:ea typeface="Segoe UI Black"/>
              </a:rPr>
              <a:t>ADAPT</a:t>
            </a:r>
          </a:p>
        </p:txBody>
      </p:sp>
      <p:sp>
        <p:nvSpPr>
          <p:cNvPr id="18" name="TextBox 18"/>
          <p:cNvSpPr/>
          <p:nvPr/>
        </p:nvSpPr>
        <p:spPr>
          <a:xfrm>
            <a:off x="4680000" y="5364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Every session, every day</a:t>
            </a:r>
          </a:p>
          <a:p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is different. Your practice</a:t>
            </a:r>
          </a:p>
          <a:p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flexes to match where you are.</a:t>
            </a:r>
          </a:p>
        </p:txBody>
      </p:sp>
      <p:sp>
        <p:nvSpPr>
          <p:cNvPr id="19" name="TextBox 19"/>
          <p:cNvSpPr/>
          <p:nvPr/>
        </p:nvSpPr>
        <p:spPr>
          <a:xfrm>
            <a:off x="8820000" y="4860000"/>
            <a:ext cx="32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7DC840"/>
                </a:solidFill>
                <a:latin typeface="Segoe UI Black"/>
                <a:ea typeface="Segoe UI Black"/>
              </a:rPr>
              <a:t>GROW</a:t>
            </a:r>
          </a:p>
        </p:txBody>
      </p:sp>
      <p:sp>
        <p:nvSpPr>
          <p:cNvPr id="20" name="TextBox 20"/>
          <p:cNvSpPr/>
          <p:nvPr/>
        </p:nvSpPr>
        <p:spPr>
          <a:xfrm>
            <a:off x="8820000" y="5364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Progress is personal. Track</a:t>
            </a:r>
          </a:p>
          <a:p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your streaks, milestones,</a:t>
            </a:r>
          </a:p>
          <a:p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and how you feel — not reps.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6300000" y="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6840000" y="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380000" y="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920000" y="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8460000" y="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000000" y="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9540000" y="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080000" y="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620000" y="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6300000" y="54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6840000" y="54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380000" y="54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7920000" y="54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8460000" y="54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9000000" y="54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9540000" y="54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10080000" y="54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10620000" y="54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6300000" y="108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840000" y="108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7380000" y="108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7920000" y="108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8460000" y="108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9000000" y="108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9540000" y="108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10080000" y="108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10620000" y="1080000"/>
            <a:ext cx="90000" cy="90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 rot="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 rot="108000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 rot="216000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 rot="324000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 rot="432000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 rot="540000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 rot="648000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 rot="756000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 rot="864000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 rot="9720000">
            <a:off x="5760000" y="3546000"/>
            <a:ext cx="3600000" cy="108000"/>
          </a:xfrm>
          <a:prstGeom prst="rect">
            <a:avLst/>
          </a:prstGeom>
          <a:solidFill>
            <a:srgbClr val="1A3FD8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!!bloom"/>
          <p:cNvSpPr/>
          <p:nvPr/>
        </p:nvSpPr>
        <p:spPr>
          <a:xfrm>
            <a:off x="6840000" y="0"/>
            <a:ext cx="5400000" cy="3960000"/>
          </a:xfrm>
          <a:prstGeom prst="ellipse">
            <a:avLst/>
          </a:prstGeom>
          <a:solidFill>
            <a:srgbClr val="1A3FD8">
              <a:alpha val="8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7560000" y="360000"/>
            <a:ext cx="3600000" cy="2520000"/>
          </a:xfrm>
          <a:prstGeom prst="ellipse">
            <a:avLst/>
          </a:prstGeom>
          <a:solidFill>
            <a:srgbClr val="7DC84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540000" y="360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A3FD8"/>
                </a:solidFill>
                <a:latin typeface="Segoe UI"/>
                <a:ea typeface="Segoe UI"/>
              </a:rPr>
              <a:t>RESULTS</a:t>
            </a:r>
          </a:p>
        </p:txBody>
      </p:sp>
      <p:sp>
        <p:nvSpPr>
          <p:cNvPr id="42" name="TextBox 42"/>
          <p:cNvSpPr/>
          <p:nvPr/>
        </p:nvSpPr>
        <p:spPr>
          <a:xfrm>
            <a:off x="540000" y="792000"/>
            <a:ext cx="1260000" cy="43200"/>
          </a:xfrm>
          <a:prstGeom prst="rect">
            <a:avLst/>
          </a:prstGeom>
          <a:solidFill>
            <a:srgbClr val="1A3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540000" y="1008000"/>
            <a:ext cx="576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0A1830"/>
                </a:solidFill>
                <a:latin typeface="Segoe UI Black"/>
                <a:ea typeface="Segoe UI Black"/>
              </a:rPr>
              <a:t>Real change.</a:t>
            </a:r>
          </a:p>
          <a:p>
            <a:r>
              <a:rPr lang="en-US" sz="4400" b="1">
                <a:solidFill>
                  <a:srgbClr val="0A1830"/>
                </a:solidFill>
                <a:latin typeface="Segoe UI Black"/>
                <a:ea typeface="Segoe UI Black"/>
              </a:rPr>
              <a:t>Real people.</a:t>
            </a:r>
          </a:p>
        </p:txBody>
      </p:sp>
      <p:sp>
        <p:nvSpPr>
          <p:cNvPr id="44" name="TextBox 44"/>
          <p:cNvSpPr/>
          <p:nvPr/>
        </p:nvSpPr>
        <p:spPr>
          <a:xfrm>
            <a:off x="540000" y="3420000"/>
            <a:ext cx="4320000" cy="1800000"/>
          </a:xfrm>
          <a:prstGeom prst="roundRect">
            <a:avLst/>
          </a:prstGeom>
          <a:solidFill>
            <a:srgbClr val="1A3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540000" y="3528000"/>
            <a:ext cx="4320000" cy="100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200" b="1">
                <a:solidFill>
                  <a:srgbClr val="7DC840"/>
                </a:solidFill>
                <a:latin typeface="Segoe UI Black"/>
                <a:ea typeface="Segoe UI Black"/>
              </a:rPr>
              <a:t>87%</a:t>
            </a:r>
          </a:p>
        </p:txBody>
      </p:sp>
      <p:sp>
        <p:nvSpPr>
          <p:cNvPr id="46" name="TextBox 46"/>
          <p:cNvSpPr/>
          <p:nvPr/>
        </p:nvSpPr>
        <p:spPr>
          <a:xfrm>
            <a:off x="540000" y="4572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E8ECFF"/>
                </a:solidFill>
                <a:latin typeface="Segoe UI"/>
                <a:ea typeface="Segoe UI"/>
              </a:rPr>
              <a:t>lower stress after 4 weeks</a:t>
            </a:r>
          </a:p>
        </p:txBody>
      </p:sp>
      <p:sp>
        <p:nvSpPr>
          <p:cNvPr id="47" name="TextBox 47"/>
          <p:cNvSpPr/>
          <p:nvPr/>
        </p:nvSpPr>
        <p:spPr>
          <a:xfrm>
            <a:off x="5220000" y="3420000"/>
            <a:ext cx="4320000" cy="1800000"/>
          </a:xfrm>
          <a:prstGeom prst="roundRect">
            <a:avLst/>
          </a:prstGeom>
          <a:solidFill>
            <a:srgbClr val="7D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5220000" y="3528000"/>
            <a:ext cx="4320000" cy="100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200" b="1">
                <a:solidFill>
                  <a:srgbClr val="0A1830"/>
                </a:solidFill>
                <a:latin typeface="Segoe UI Black"/>
                <a:ea typeface="Segoe UI Black"/>
              </a:rPr>
              <a:t>3×</a:t>
            </a:r>
          </a:p>
        </p:txBody>
      </p:sp>
      <p:sp>
        <p:nvSpPr>
          <p:cNvPr id="49" name="TextBox 49"/>
          <p:cNvSpPr/>
          <p:nvPr/>
        </p:nvSpPr>
        <p:spPr>
          <a:xfrm>
            <a:off x="5220000" y="4572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0A1830"/>
                </a:solidFill>
                <a:latin typeface="Segoe UI"/>
                <a:ea typeface="Segoe UI"/>
              </a:rPr>
              <a:t>more consistent than solo</a:t>
            </a:r>
          </a:p>
        </p:txBody>
      </p:sp>
      <p:sp>
        <p:nvSpPr>
          <p:cNvPr id="50" name="TextBox 50"/>
          <p:cNvSpPr/>
          <p:nvPr/>
        </p:nvSpPr>
        <p:spPr>
          <a:xfrm>
            <a:off x="540000" y="5580000"/>
            <a:ext cx="9000000" cy="1080000"/>
          </a:xfrm>
          <a:prstGeom prst="roundRect">
            <a:avLst/>
          </a:prstGeom>
          <a:solidFill>
            <a:srgbClr val="E8D8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792000" y="5760000"/>
            <a:ext cx="84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0A1830"/>
                </a:solidFill>
                <a:latin typeface="Segoe UI"/>
                <a:ea typeface="Segoe UI"/>
              </a:rPr>
              <a:t>"I thought I was too busy for wellness. Vital Bloom proved me wrong — 15 mins changed everything."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0">
            <a:off x="180000" y="1216800"/>
            <a:ext cx="2160000" cy="86400"/>
          </a:xfrm>
          <a:prstGeom prst="rect">
            <a:avLst/>
          </a:prstGeom>
          <a:solidFill>
            <a:srgbClr val="1A3FD8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1320000">
            <a:off x="180000" y="1216800"/>
            <a:ext cx="2160000" cy="86400"/>
          </a:xfrm>
          <a:prstGeom prst="rect">
            <a:avLst/>
          </a:prstGeom>
          <a:solidFill>
            <a:srgbClr val="1A3FD8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2700000">
            <a:off x="180000" y="1216800"/>
            <a:ext cx="2160000" cy="86400"/>
          </a:xfrm>
          <a:prstGeom prst="rect">
            <a:avLst/>
          </a:prstGeom>
          <a:solidFill>
            <a:srgbClr val="1A3FD8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4080000">
            <a:off x="180000" y="1216800"/>
            <a:ext cx="2160000" cy="86400"/>
          </a:xfrm>
          <a:prstGeom prst="rect">
            <a:avLst/>
          </a:prstGeom>
          <a:solidFill>
            <a:srgbClr val="1A3FD8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 rot="5400000">
            <a:off x="180000" y="1216800"/>
            <a:ext cx="2160000" cy="86400"/>
          </a:xfrm>
          <a:prstGeom prst="rect">
            <a:avLst/>
          </a:prstGeom>
          <a:solidFill>
            <a:srgbClr val="1A3FD8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6720000">
            <a:off x="180000" y="1216800"/>
            <a:ext cx="2160000" cy="86400"/>
          </a:xfrm>
          <a:prstGeom prst="rect">
            <a:avLst/>
          </a:prstGeom>
          <a:solidFill>
            <a:srgbClr val="1A3FD8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8100000">
            <a:off x="180000" y="1216800"/>
            <a:ext cx="2160000" cy="86400"/>
          </a:xfrm>
          <a:prstGeom prst="rect">
            <a:avLst/>
          </a:prstGeom>
          <a:solidFill>
            <a:srgbClr val="1A3FD8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 rot="9480000">
            <a:off x="180000" y="1216800"/>
            <a:ext cx="2160000" cy="86400"/>
          </a:xfrm>
          <a:prstGeom prst="rect">
            <a:avLst/>
          </a:prstGeom>
          <a:solidFill>
            <a:srgbClr val="1A3FD8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920000" y="4320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8316000" y="4320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8712000" y="4320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9108000" y="4320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9504000" y="4320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9900000" y="4320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10296000" y="4320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10692000" y="4320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7920000" y="4716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8316000" y="4716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8712000" y="4716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9108000" y="4716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9504000" y="4716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9900000" y="4716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10296000" y="4716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10692000" y="4716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7920000" y="5112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8316000" y="5112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8712000" y="5112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9108000" y="5112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9504000" y="5112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9900000" y="5112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10296000" y="5112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10692000" y="5112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7920000" y="5508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8316000" y="5508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8712000" y="5508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9108000" y="5508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9504000" y="5508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9900000" y="5508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10296000" y="5508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10692000" y="5508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7920000" y="5904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8316000" y="5904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8712000" y="5904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9108000" y="5904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9504000" y="5904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>
            <a:off x="9900000" y="5904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10296000" y="5904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10692000" y="5904000"/>
            <a:ext cx="72000" cy="72000"/>
          </a:xfrm>
          <a:prstGeom prst="ellipse">
            <a:avLst/>
          </a:prstGeom>
          <a:solidFill>
            <a:srgbClr val="1A3FD8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!!bloom"/>
          <p:cNvSpPr/>
          <p:nvPr/>
        </p:nvSpPr>
        <p:spPr>
          <a:xfrm>
            <a:off x="5400000" y="2520000"/>
            <a:ext cx="6840000" cy="5040000"/>
          </a:xfrm>
          <a:prstGeom prst="ellipse">
            <a:avLst/>
          </a:prstGeom>
          <a:solidFill>
            <a:srgbClr val="7DC840">
              <a:alpha val="7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6120000" y="3240000"/>
            <a:ext cx="5400000" cy="3960000"/>
          </a:xfrm>
          <a:prstGeom prst="ellipse">
            <a:avLst/>
          </a:prstGeom>
          <a:solidFill>
            <a:srgbClr val="1A3FD8">
              <a:alpha val="2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540000" y="36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A3FD8"/>
                </a:solidFill>
                <a:latin typeface="Segoe UI"/>
                <a:ea typeface="Segoe UI"/>
              </a:rPr>
              <a:t>COMMUNITY</a:t>
            </a:r>
          </a:p>
        </p:txBody>
      </p:sp>
      <p:sp>
        <p:nvSpPr>
          <p:cNvPr id="53" name="TextBox 53"/>
          <p:cNvSpPr/>
          <p:nvPr/>
        </p:nvSpPr>
        <p:spPr>
          <a:xfrm>
            <a:off x="540000" y="792000"/>
            <a:ext cx="1260000" cy="43200"/>
          </a:xfrm>
          <a:prstGeom prst="rect">
            <a:avLst/>
          </a:prstGeom>
          <a:solidFill>
            <a:srgbClr val="1A3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540000" y="1008000"/>
            <a:ext cx="468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0A1830"/>
                </a:solidFill>
                <a:latin typeface="Segoe UI Black"/>
                <a:ea typeface="Segoe UI Black"/>
              </a:rPr>
              <a:t>50,000+</a:t>
            </a:r>
          </a:p>
          <a:p>
            <a:r>
              <a:rPr lang="en-US" sz="4800" b="1">
                <a:solidFill>
                  <a:srgbClr val="0A1830"/>
                </a:solidFill>
                <a:latin typeface="Segoe UI Black"/>
                <a:ea typeface="Segoe UI Black"/>
              </a:rPr>
              <a:t>bloomers.</a:t>
            </a:r>
          </a:p>
        </p:txBody>
      </p:sp>
      <p:sp>
        <p:nvSpPr>
          <p:cNvPr id="55" name="TextBox 55"/>
          <p:cNvSpPr/>
          <p:nvPr/>
        </p:nvSpPr>
        <p:spPr>
          <a:xfrm>
            <a:off x="540000" y="3420000"/>
            <a:ext cx="46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8890B0"/>
                </a:solidFill>
                <a:latin typeface="Segoe UI"/>
                <a:ea typeface="Segoe UI"/>
              </a:rPr>
              <a:t>A global community showing up</a:t>
            </a:r>
          </a:p>
          <a:p>
            <a:r>
              <a:rPr lang="en-US" sz="1400">
                <a:solidFill>
                  <a:srgbClr val="8890B0"/>
                </a:solidFill>
                <a:latin typeface="Segoe UI"/>
                <a:ea typeface="Segoe UI"/>
              </a:rPr>
              <a:t>for themselves — every day.</a:t>
            </a:r>
          </a:p>
        </p:txBody>
      </p:sp>
      <p:sp>
        <p:nvSpPr>
          <p:cNvPr id="56" name="TextBox 56"/>
          <p:cNvSpPr/>
          <p:nvPr/>
        </p:nvSpPr>
        <p:spPr>
          <a:xfrm>
            <a:off x="540000" y="4500000"/>
            <a:ext cx="4680000" cy="28800"/>
          </a:xfrm>
          <a:prstGeom prst="rect">
            <a:avLst/>
          </a:prstGeom>
          <a:solidFill>
            <a:srgbClr val="1A3FD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540000" y="4680000"/>
            <a:ext cx="18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A3FD8"/>
                </a:solidFill>
                <a:latin typeface="Segoe UI Black"/>
                <a:ea typeface="Segoe UI Black"/>
              </a:rPr>
              <a:t>18 countries</a:t>
            </a:r>
          </a:p>
        </p:txBody>
      </p:sp>
      <p:sp>
        <p:nvSpPr>
          <p:cNvPr id="58" name="TextBox 58"/>
          <p:cNvSpPr/>
          <p:nvPr/>
        </p:nvSpPr>
        <p:spPr>
          <a:xfrm>
            <a:off x="2520000" y="4680000"/>
            <a:ext cx="18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A3FD8"/>
                </a:solidFill>
                <a:latin typeface="Segoe UI Black"/>
                <a:ea typeface="Segoe UI Black"/>
              </a:rPr>
              <a:t>4.9 App Store</a:t>
            </a:r>
          </a:p>
        </p:txBody>
      </p:sp>
      <p:sp>
        <p:nvSpPr>
          <p:cNvPr id="59" name="TextBox 59"/>
          <p:cNvSpPr/>
          <p:nvPr/>
        </p:nvSpPr>
        <p:spPr>
          <a:xfrm>
            <a:off x="4680000" y="4680000"/>
            <a:ext cx="18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A3FD8"/>
                </a:solidFill>
                <a:latin typeface="Segoe UI Black"/>
                <a:ea typeface="Segoe UI Black"/>
              </a:rPr>
              <a:t>95% retention</a:t>
            </a:r>
          </a:p>
        </p:txBody>
      </p:sp>
      <p:sp>
        <p:nvSpPr>
          <p:cNvPr id="60" name="TextBox 60"/>
          <p:cNvSpPr/>
          <p:nvPr/>
        </p:nvSpPr>
        <p:spPr>
          <a:xfrm>
            <a:off x="10080000" y="6408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8890B0"/>
                </a:solidFill>
                <a:latin typeface="Segoe UI"/>
                <a:ea typeface="Segoe UI"/>
              </a:rPr>
              <a:t>vitalbloom.app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3FD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396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92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188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584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980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2376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2772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3168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564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3960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4356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4752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5148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5544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940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336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6732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7128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7524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7920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8316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8712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9108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9504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9900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10296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10692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11088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11484000" y="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396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792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1188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1584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1980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2376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2772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3168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3564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3960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4356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4752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5148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5544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>
            <a:off x="5940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6336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6732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TextBox 50"/>
          <p:cNvSpPr/>
          <p:nvPr/>
        </p:nvSpPr>
        <p:spPr>
          <a:xfrm>
            <a:off x="7128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7524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7920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" name="TextBox 53"/>
          <p:cNvSpPr/>
          <p:nvPr/>
        </p:nvSpPr>
        <p:spPr>
          <a:xfrm>
            <a:off x="8316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8712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" name="TextBox 55"/>
          <p:cNvSpPr/>
          <p:nvPr/>
        </p:nvSpPr>
        <p:spPr>
          <a:xfrm>
            <a:off x="9108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" name="TextBox 56"/>
          <p:cNvSpPr/>
          <p:nvPr/>
        </p:nvSpPr>
        <p:spPr>
          <a:xfrm>
            <a:off x="9504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9900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8" name="TextBox 58"/>
          <p:cNvSpPr/>
          <p:nvPr/>
        </p:nvSpPr>
        <p:spPr>
          <a:xfrm>
            <a:off x="10296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9" name="TextBox 59"/>
          <p:cNvSpPr/>
          <p:nvPr/>
        </p:nvSpPr>
        <p:spPr>
          <a:xfrm>
            <a:off x="10692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0" name="TextBox 60"/>
          <p:cNvSpPr/>
          <p:nvPr/>
        </p:nvSpPr>
        <p:spPr>
          <a:xfrm>
            <a:off x="11088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1" name="TextBox 61"/>
          <p:cNvSpPr/>
          <p:nvPr/>
        </p:nvSpPr>
        <p:spPr>
          <a:xfrm>
            <a:off x="11484000" y="39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2" name="TextBox 62"/>
          <p:cNvSpPr/>
          <p:nvPr/>
        </p:nvSpPr>
        <p:spPr>
          <a:xfrm>
            <a:off x="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3" name="TextBox 63"/>
          <p:cNvSpPr/>
          <p:nvPr/>
        </p:nvSpPr>
        <p:spPr>
          <a:xfrm>
            <a:off x="396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4" name="TextBox 64"/>
          <p:cNvSpPr/>
          <p:nvPr/>
        </p:nvSpPr>
        <p:spPr>
          <a:xfrm>
            <a:off x="792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5" name="TextBox 65"/>
          <p:cNvSpPr/>
          <p:nvPr/>
        </p:nvSpPr>
        <p:spPr>
          <a:xfrm>
            <a:off x="1188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6" name="TextBox 66"/>
          <p:cNvSpPr/>
          <p:nvPr/>
        </p:nvSpPr>
        <p:spPr>
          <a:xfrm>
            <a:off x="1584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7" name="TextBox 67"/>
          <p:cNvSpPr/>
          <p:nvPr/>
        </p:nvSpPr>
        <p:spPr>
          <a:xfrm>
            <a:off x="1980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8" name="TextBox 68"/>
          <p:cNvSpPr/>
          <p:nvPr/>
        </p:nvSpPr>
        <p:spPr>
          <a:xfrm>
            <a:off x="2376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9" name="TextBox 69"/>
          <p:cNvSpPr/>
          <p:nvPr/>
        </p:nvSpPr>
        <p:spPr>
          <a:xfrm>
            <a:off x="2772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0" name="TextBox 70"/>
          <p:cNvSpPr/>
          <p:nvPr/>
        </p:nvSpPr>
        <p:spPr>
          <a:xfrm>
            <a:off x="3168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1" name="TextBox 71"/>
          <p:cNvSpPr/>
          <p:nvPr/>
        </p:nvSpPr>
        <p:spPr>
          <a:xfrm>
            <a:off x="3564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2" name="TextBox 72"/>
          <p:cNvSpPr/>
          <p:nvPr/>
        </p:nvSpPr>
        <p:spPr>
          <a:xfrm>
            <a:off x="3960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3" name="TextBox 73"/>
          <p:cNvSpPr/>
          <p:nvPr/>
        </p:nvSpPr>
        <p:spPr>
          <a:xfrm>
            <a:off x="4356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4" name="TextBox 74"/>
          <p:cNvSpPr/>
          <p:nvPr/>
        </p:nvSpPr>
        <p:spPr>
          <a:xfrm>
            <a:off x="4752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5" name="TextBox 75"/>
          <p:cNvSpPr/>
          <p:nvPr/>
        </p:nvSpPr>
        <p:spPr>
          <a:xfrm>
            <a:off x="5148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6" name="TextBox 76"/>
          <p:cNvSpPr/>
          <p:nvPr/>
        </p:nvSpPr>
        <p:spPr>
          <a:xfrm>
            <a:off x="5544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7" name="TextBox 77"/>
          <p:cNvSpPr/>
          <p:nvPr/>
        </p:nvSpPr>
        <p:spPr>
          <a:xfrm>
            <a:off x="5940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8" name="TextBox 78"/>
          <p:cNvSpPr/>
          <p:nvPr/>
        </p:nvSpPr>
        <p:spPr>
          <a:xfrm>
            <a:off x="6336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9" name="TextBox 79"/>
          <p:cNvSpPr/>
          <p:nvPr/>
        </p:nvSpPr>
        <p:spPr>
          <a:xfrm>
            <a:off x="6732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0" name="TextBox 80"/>
          <p:cNvSpPr/>
          <p:nvPr/>
        </p:nvSpPr>
        <p:spPr>
          <a:xfrm>
            <a:off x="7128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1" name="TextBox 81"/>
          <p:cNvSpPr/>
          <p:nvPr/>
        </p:nvSpPr>
        <p:spPr>
          <a:xfrm>
            <a:off x="7524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2" name="TextBox 82"/>
          <p:cNvSpPr/>
          <p:nvPr/>
        </p:nvSpPr>
        <p:spPr>
          <a:xfrm>
            <a:off x="7920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3" name="TextBox 83"/>
          <p:cNvSpPr/>
          <p:nvPr/>
        </p:nvSpPr>
        <p:spPr>
          <a:xfrm>
            <a:off x="8316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4" name="TextBox 84"/>
          <p:cNvSpPr/>
          <p:nvPr/>
        </p:nvSpPr>
        <p:spPr>
          <a:xfrm>
            <a:off x="8712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5" name="TextBox 85"/>
          <p:cNvSpPr/>
          <p:nvPr/>
        </p:nvSpPr>
        <p:spPr>
          <a:xfrm>
            <a:off x="9108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6" name="TextBox 86"/>
          <p:cNvSpPr/>
          <p:nvPr/>
        </p:nvSpPr>
        <p:spPr>
          <a:xfrm>
            <a:off x="9504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7" name="TextBox 87"/>
          <p:cNvSpPr/>
          <p:nvPr/>
        </p:nvSpPr>
        <p:spPr>
          <a:xfrm>
            <a:off x="9900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8" name="TextBox 88"/>
          <p:cNvSpPr/>
          <p:nvPr/>
        </p:nvSpPr>
        <p:spPr>
          <a:xfrm>
            <a:off x="10296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9" name="TextBox 89"/>
          <p:cNvSpPr/>
          <p:nvPr/>
        </p:nvSpPr>
        <p:spPr>
          <a:xfrm>
            <a:off x="10692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0" name="TextBox 90"/>
          <p:cNvSpPr/>
          <p:nvPr/>
        </p:nvSpPr>
        <p:spPr>
          <a:xfrm>
            <a:off x="11088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1" name="TextBox 91"/>
          <p:cNvSpPr/>
          <p:nvPr/>
        </p:nvSpPr>
        <p:spPr>
          <a:xfrm>
            <a:off x="11484000" y="79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2" name="TextBox 92"/>
          <p:cNvSpPr/>
          <p:nvPr/>
        </p:nvSpPr>
        <p:spPr>
          <a:xfrm>
            <a:off x="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3" name="TextBox 93"/>
          <p:cNvSpPr/>
          <p:nvPr/>
        </p:nvSpPr>
        <p:spPr>
          <a:xfrm>
            <a:off x="396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4" name="TextBox 94"/>
          <p:cNvSpPr/>
          <p:nvPr/>
        </p:nvSpPr>
        <p:spPr>
          <a:xfrm>
            <a:off x="792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5" name="TextBox 95"/>
          <p:cNvSpPr/>
          <p:nvPr/>
        </p:nvSpPr>
        <p:spPr>
          <a:xfrm>
            <a:off x="1188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6" name="TextBox 96"/>
          <p:cNvSpPr/>
          <p:nvPr/>
        </p:nvSpPr>
        <p:spPr>
          <a:xfrm>
            <a:off x="1584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7" name="TextBox 97"/>
          <p:cNvSpPr/>
          <p:nvPr/>
        </p:nvSpPr>
        <p:spPr>
          <a:xfrm>
            <a:off x="1980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8" name="TextBox 98"/>
          <p:cNvSpPr/>
          <p:nvPr/>
        </p:nvSpPr>
        <p:spPr>
          <a:xfrm>
            <a:off x="2376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9" name="TextBox 99"/>
          <p:cNvSpPr/>
          <p:nvPr/>
        </p:nvSpPr>
        <p:spPr>
          <a:xfrm>
            <a:off x="2772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0" name="TextBox 100"/>
          <p:cNvSpPr/>
          <p:nvPr/>
        </p:nvSpPr>
        <p:spPr>
          <a:xfrm>
            <a:off x="3168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1" name="TextBox 101"/>
          <p:cNvSpPr/>
          <p:nvPr/>
        </p:nvSpPr>
        <p:spPr>
          <a:xfrm>
            <a:off x="3564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2" name="TextBox 102"/>
          <p:cNvSpPr/>
          <p:nvPr/>
        </p:nvSpPr>
        <p:spPr>
          <a:xfrm>
            <a:off x="3960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3" name="TextBox 103"/>
          <p:cNvSpPr/>
          <p:nvPr/>
        </p:nvSpPr>
        <p:spPr>
          <a:xfrm>
            <a:off x="4356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4" name="TextBox 104"/>
          <p:cNvSpPr/>
          <p:nvPr/>
        </p:nvSpPr>
        <p:spPr>
          <a:xfrm>
            <a:off x="4752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5" name="TextBox 105"/>
          <p:cNvSpPr/>
          <p:nvPr/>
        </p:nvSpPr>
        <p:spPr>
          <a:xfrm>
            <a:off x="5148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6" name="TextBox 106"/>
          <p:cNvSpPr/>
          <p:nvPr/>
        </p:nvSpPr>
        <p:spPr>
          <a:xfrm>
            <a:off x="5544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7" name="TextBox 107"/>
          <p:cNvSpPr/>
          <p:nvPr/>
        </p:nvSpPr>
        <p:spPr>
          <a:xfrm>
            <a:off x="5940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8" name="TextBox 108"/>
          <p:cNvSpPr/>
          <p:nvPr/>
        </p:nvSpPr>
        <p:spPr>
          <a:xfrm>
            <a:off x="6336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9" name="TextBox 109"/>
          <p:cNvSpPr/>
          <p:nvPr/>
        </p:nvSpPr>
        <p:spPr>
          <a:xfrm>
            <a:off x="6732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0" name="TextBox 110"/>
          <p:cNvSpPr/>
          <p:nvPr/>
        </p:nvSpPr>
        <p:spPr>
          <a:xfrm>
            <a:off x="7128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1" name="TextBox 111"/>
          <p:cNvSpPr/>
          <p:nvPr/>
        </p:nvSpPr>
        <p:spPr>
          <a:xfrm>
            <a:off x="7524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2" name="TextBox 112"/>
          <p:cNvSpPr/>
          <p:nvPr/>
        </p:nvSpPr>
        <p:spPr>
          <a:xfrm>
            <a:off x="7920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3" name="TextBox 113"/>
          <p:cNvSpPr/>
          <p:nvPr/>
        </p:nvSpPr>
        <p:spPr>
          <a:xfrm>
            <a:off x="8316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4" name="TextBox 114"/>
          <p:cNvSpPr/>
          <p:nvPr/>
        </p:nvSpPr>
        <p:spPr>
          <a:xfrm>
            <a:off x="8712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5" name="TextBox 115"/>
          <p:cNvSpPr/>
          <p:nvPr/>
        </p:nvSpPr>
        <p:spPr>
          <a:xfrm>
            <a:off x="9108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6" name="TextBox 116"/>
          <p:cNvSpPr/>
          <p:nvPr/>
        </p:nvSpPr>
        <p:spPr>
          <a:xfrm>
            <a:off x="9504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7" name="TextBox 117"/>
          <p:cNvSpPr/>
          <p:nvPr/>
        </p:nvSpPr>
        <p:spPr>
          <a:xfrm>
            <a:off x="9900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8" name="TextBox 118"/>
          <p:cNvSpPr/>
          <p:nvPr/>
        </p:nvSpPr>
        <p:spPr>
          <a:xfrm>
            <a:off x="10296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9" name="TextBox 119"/>
          <p:cNvSpPr/>
          <p:nvPr/>
        </p:nvSpPr>
        <p:spPr>
          <a:xfrm>
            <a:off x="10692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0" name="TextBox 120"/>
          <p:cNvSpPr/>
          <p:nvPr/>
        </p:nvSpPr>
        <p:spPr>
          <a:xfrm>
            <a:off x="11088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1" name="TextBox 121"/>
          <p:cNvSpPr/>
          <p:nvPr/>
        </p:nvSpPr>
        <p:spPr>
          <a:xfrm>
            <a:off x="11484000" y="118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2" name="TextBox 122"/>
          <p:cNvSpPr/>
          <p:nvPr/>
        </p:nvSpPr>
        <p:spPr>
          <a:xfrm>
            <a:off x="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3" name="TextBox 123"/>
          <p:cNvSpPr/>
          <p:nvPr/>
        </p:nvSpPr>
        <p:spPr>
          <a:xfrm>
            <a:off x="396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4" name="TextBox 124"/>
          <p:cNvSpPr/>
          <p:nvPr/>
        </p:nvSpPr>
        <p:spPr>
          <a:xfrm>
            <a:off x="792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5" name="TextBox 125"/>
          <p:cNvSpPr/>
          <p:nvPr/>
        </p:nvSpPr>
        <p:spPr>
          <a:xfrm>
            <a:off x="1188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6" name="TextBox 126"/>
          <p:cNvSpPr/>
          <p:nvPr/>
        </p:nvSpPr>
        <p:spPr>
          <a:xfrm>
            <a:off x="1584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7" name="TextBox 127"/>
          <p:cNvSpPr/>
          <p:nvPr/>
        </p:nvSpPr>
        <p:spPr>
          <a:xfrm>
            <a:off x="1980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8" name="TextBox 128"/>
          <p:cNvSpPr/>
          <p:nvPr/>
        </p:nvSpPr>
        <p:spPr>
          <a:xfrm>
            <a:off x="2376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9" name="TextBox 129"/>
          <p:cNvSpPr/>
          <p:nvPr/>
        </p:nvSpPr>
        <p:spPr>
          <a:xfrm>
            <a:off x="2772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0" name="TextBox 130"/>
          <p:cNvSpPr/>
          <p:nvPr/>
        </p:nvSpPr>
        <p:spPr>
          <a:xfrm>
            <a:off x="3168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1" name="TextBox 131"/>
          <p:cNvSpPr/>
          <p:nvPr/>
        </p:nvSpPr>
        <p:spPr>
          <a:xfrm>
            <a:off x="3564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2" name="TextBox 132"/>
          <p:cNvSpPr/>
          <p:nvPr/>
        </p:nvSpPr>
        <p:spPr>
          <a:xfrm>
            <a:off x="3960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3" name="TextBox 133"/>
          <p:cNvSpPr/>
          <p:nvPr/>
        </p:nvSpPr>
        <p:spPr>
          <a:xfrm>
            <a:off x="4356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4" name="TextBox 134"/>
          <p:cNvSpPr/>
          <p:nvPr/>
        </p:nvSpPr>
        <p:spPr>
          <a:xfrm>
            <a:off x="4752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5" name="TextBox 135"/>
          <p:cNvSpPr/>
          <p:nvPr/>
        </p:nvSpPr>
        <p:spPr>
          <a:xfrm>
            <a:off x="5148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6" name="TextBox 136"/>
          <p:cNvSpPr/>
          <p:nvPr/>
        </p:nvSpPr>
        <p:spPr>
          <a:xfrm>
            <a:off x="5544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7" name="TextBox 137"/>
          <p:cNvSpPr/>
          <p:nvPr/>
        </p:nvSpPr>
        <p:spPr>
          <a:xfrm>
            <a:off x="5940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8" name="TextBox 138"/>
          <p:cNvSpPr/>
          <p:nvPr/>
        </p:nvSpPr>
        <p:spPr>
          <a:xfrm>
            <a:off x="6336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9" name="TextBox 139"/>
          <p:cNvSpPr/>
          <p:nvPr/>
        </p:nvSpPr>
        <p:spPr>
          <a:xfrm>
            <a:off x="6732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0" name="TextBox 140"/>
          <p:cNvSpPr/>
          <p:nvPr/>
        </p:nvSpPr>
        <p:spPr>
          <a:xfrm>
            <a:off x="7128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1" name="TextBox 141"/>
          <p:cNvSpPr/>
          <p:nvPr/>
        </p:nvSpPr>
        <p:spPr>
          <a:xfrm>
            <a:off x="7524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2" name="TextBox 142"/>
          <p:cNvSpPr/>
          <p:nvPr/>
        </p:nvSpPr>
        <p:spPr>
          <a:xfrm>
            <a:off x="7920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3" name="TextBox 143"/>
          <p:cNvSpPr/>
          <p:nvPr/>
        </p:nvSpPr>
        <p:spPr>
          <a:xfrm>
            <a:off x="8316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4" name="TextBox 144"/>
          <p:cNvSpPr/>
          <p:nvPr/>
        </p:nvSpPr>
        <p:spPr>
          <a:xfrm>
            <a:off x="8712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5" name="TextBox 145"/>
          <p:cNvSpPr/>
          <p:nvPr/>
        </p:nvSpPr>
        <p:spPr>
          <a:xfrm>
            <a:off x="9108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6" name="TextBox 146"/>
          <p:cNvSpPr/>
          <p:nvPr/>
        </p:nvSpPr>
        <p:spPr>
          <a:xfrm>
            <a:off x="9504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7" name="TextBox 147"/>
          <p:cNvSpPr/>
          <p:nvPr/>
        </p:nvSpPr>
        <p:spPr>
          <a:xfrm>
            <a:off x="9900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8" name="TextBox 148"/>
          <p:cNvSpPr/>
          <p:nvPr/>
        </p:nvSpPr>
        <p:spPr>
          <a:xfrm>
            <a:off x="10296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9" name="TextBox 149"/>
          <p:cNvSpPr/>
          <p:nvPr/>
        </p:nvSpPr>
        <p:spPr>
          <a:xfrm>
            <a:off x="10692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0" name="TextBox 150"/>
          <p:cNvSpPr/>
          <p:nvPr/>
        </p:nvSpPr>
        <p:spPr>
          <a:xfrm>
            <a:off x="11088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1" name="TextBox 151"/>
          <p:cNvSpPr/>
          <p:nvPr/>
        </p:nvSpPr>
        <p:spPr>
          <a:xfrm>
            <a:off x="11484000" y="158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2" name="TextBox 152"/>
          <p:cNvSpPr/>
          <p:nvPr/>
        </p:nvSpPr>
        <p:spPr>
          <a:xfrm>
            <a:off x="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3" name="TextBox 153"/>
          <p:cNvSpPr/>
          <p:nvPr/>
        </p:nvSpPr>
        <p:spPr>
          <a:xfrm>
            <a:off x="396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4" name="TextBox 154"/>
          <p:cNvSpPr/>
          <p:nvPr/>
        </p:nvSpPr>
        <p:spPr>
          <a:xfrm>
            <a:off x="792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5" name="TextBox 155"/>
          <p:cNvSpPr/>
          <p:nvPr/>
        </p:nvSpPr>
        <p:spPr>
          <a:xfrm>
            <a:off x="1188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6" name="TextBox 156"/>
          <p:cNvSpPr/>
          <p:nvPr/>
        </p:nvSpPr>
        <p:spPr>
          <a:xfrm>
            <a:off x="1584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7" name="TextBox 157"/>
          <p:cNvSpPr/>
          <p:nvPr/>
        </p:nvSpPr>
        <p:spPr>
          <a:xfrm>
            <a:off x="1980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8" name="TextBox 158"/>
          <p:cNvSpPr/>
          <p:nvPr/>
        </p:nvSpPr>
        <p:spPr>
          <a:xfrm>
            <a:off x="2376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9" name="TextBox 159"/>
          <p:cNvSpPr/>
          <p:nvPr/>
        </p:nvSpPr>
        <p:spPr>
          <a:xfrm>
            <a:off x="2772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0" name="TextBox 160"/>
          <p:cNvSpPr/>
          <p:nvPr/>
        </p:nvSpPr>
        <p:spPr>
          <a:xfrm>
            <a:off x="3168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1" name="TextBox 161"/>
          <p:cNvSpPr/>
          <p:nvPr/>
        </p:nvSpPr>
        <p:spPr>
          <a:xfrm>
            <a:off x="3564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2" name="TextBox 162"/>
          <p:cNvSpPr/>
          <p:nvPr/>
        </p:nvSpPr>
        <p:spPr>
          <a:xfrm>
            <a:off x="3960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3" name="TextBox 163"/>
          <p:cNvSpPr/>
          <p:nvPr/>
        </p:nvSpPr>
        <p:spPr>
          <a:xfrm>
            <a:off x="4356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4" name="TextBox 164"/>
          <p:cNvSpPr/>
          <p:nvPr/>
        </p:nvSpPr>
        <p:spPr>
          <a:xfrm>
            <a:off x="4752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5" name="TextBox 165"/>
          <p:cNvSpPr/>
          <p:nvPr/>
        </p:nvSpPr>
        <p:spPr>
          <a:xfrm>
            <a:off x="5148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6" name="TextBox 166"/>
          <p:cNvSpPr/>
          <p:nvPr/>
        </p:nvSpPr>
        <p:spPr>
          <a:xfrm>
            <a:off x="5544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7" name="TextBox 167"/>
          <p:cNvSpPr/>
          <p:nvPr/>
        </p:nvSpPr>
        <p:spPr>
          <a:xfrm>
            <a:off x="5940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8" name="TextBox 168"/>
          <p:cNvSpPr/>
          <p:nvPr/>
        </p:nvSpPr>
        <p:spPr>
          <a:xfrm>
            <a:off x="6336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9" name="TextBox 169"/>
          <p:cNvSpPr/>
          <p:nvPr/>
        </p:nvSpPr>
        <p:spPr>
          <a:xfrm>
            <a:off x="6732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0" name="TextBox 170"/>
          <p:cNvSpPr/>
          <p:nvPr/>
        </p:nvSpPr>
        <p:spPr>
          <a:xfrm>
            <a:off x="7128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1" name="TextBox 171"/>
          <p:cNvSpPr/>
          <p:nvPr/>
        </p:nvSpPr>
        <p:spPr>
          <a:xfrm>
            <a:off x="7524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2" name="TextBox 172"/>
          <p:cNvSpPr/>
          <p:nvPr/>
        </p:nvSpPr>
        <p:spPr>
          <a:xfrm>
            <a:off x="7920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3" name="TextBox 173"/>
          <p:cNvSpPr/>
          <p:nvPr/>
        </p:nvSpPr>
        <p:spPr>
          <a:xfrm>
            <a:off x="8316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4" name="TextBox 174"/>
          <p:cNvSpPr/>
          <p:nvPr/>
        </p:nvSpPr>
        <p:spPr>
          <a:xfrm>
            <a:off x="8712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5" name="TextBox 175"/>
          <p:cNvSpPr/>
          <p:nvPr/>
        </p:nvSpPr>
        <p:spPr>
          <a:xfrm>
            <a:off x="9108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6" name="TextBox 176"/>
          <p:cNvSpPr/>
          <p:nvPr/>
        </p:nvSpPr>
        <p:spPr>
          <a:xfrm>
            <a:off x="9504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7" name="TextBox 177"/>
          <p:cNvSpPr/>
          <p:nvPr/>
        </p:nvSpPr>
        <p:spPr>
          <a:xfrm>
            <a:off x="9900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8" name="TextBox 178"/>
          <p:cNvSpPr/>
          <p:nvPr/>
        </p:nvSpPr>
        <p:spPr>
          <a:xfrm>
            <a:off x="10296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9" name="TextBox 179"/>
          <p:cNvSpPr/>
          <p:nvPr/>
        </p:nvSpPr>
        <p:spPr>
          <a:xfrm>
            <a:off x="10692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0" name="TextBox 180"/>
          <p:cNvSpPr/>
          <p:nvPr/>
        </p:nvSpPr>
        <p:spPr>
          <a:xfrm>
            <a:off x="11088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1" name="TextBox 181"/>
          <p:cNvSpPr/>
          <p:nvPr/>
        </p:nvSpPr>
        <p:spPr>
          <a:xfrm>
            <a:off x="11484000" y="198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2" name="TextBox 182"/>
          <p:cNvSpPr/>
          <p:nvPr/>
        </p:nvSpPr>
        <p:spPr>
          <a:xfrm>
            <a:off x="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3" name="TextBox 183"/>
          <p:cNvSpPr/>
          <p:nvPr/>
        </p:nvSpPr>
        <p:spPr>
          <a:xfrm>
            <a:off x="396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4" name="TextBox 184"/>
          <p:cNvSpPr/>
          <p:nvPr/>
        </p:nvSpPr>
        <p:spPr>
          <a:xfrm>
            <a:off x="792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5" name="TextBox 185"/>
          <p:cNvSpPr/>
          <p:nvPr/>
        </p:nvSpPr>
        <p:spPr>
          <a:xfrm>
            <a:off x="1188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6" name="TextBox 186"/>
          <p:cNvSpPr/>
          <p:nvPr/>
        </p:nvSpPr>
        <p:spPr>
          <a:xfrm>
            <a:off x="1584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7" name="TextBox 187"/>
          <p:cNvSpPr/>
          <p:nvPr/>
        </p:nvSpPr>
        <p:spPr>
          <a:xfrm>
            <a:off x="1980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8" name="TextBox 188"/>
          <p:cNvSpPr/>
          <p:nvPr/>
        </p:nvSpPr>
        <p:spPr>
          <a:xfrm>
            <a:off x="2376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9" name="TextBox 189"/>
          <p:cNvSpPr/>
          <p:nvPr/>
        </p:nvSpPr>
        <p:spPr>
          <a:xfrm>
            <a:off x="2772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0" name="TextBox 190"/>
          <p:cNvSpPr/>
          <p:nvPr/>
        </p:nvSpPr>
        <p:spPr>
          <a:xfrm>
            <a:off x="3168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1" name="TextBox 191"/>
          <p:cNvSpPr/>
          <p:nvPr/>
        </p:nvSpPr>
        <p:spPr>
          <a:xfrm>
            <a:off x="3564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2" name="TextBox 192"/>
          <p:cNvSpPr/>
          <p:nvPr/>
        </p:nvSpPr>
        <p:spPr>
          <a:xfrm>
            <a:off x="3960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3" name="TextBox 193"/>
          <p:cNvSpPr/>
          <p:nvPr/>
        </p:nvSpPr>
        <p:spPr>
          <a:xfrm>
            <a:off x="4356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4" name="TextBox 194"/>
          <p:cNvSpPr/>
          <p:nvPr/>
        </p:nvSpPr>
        <p:spPr>
          <a:xfrm>
            <a:off x="4752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5" name="TextBox 195"/>
          <p:cNvSpPr/>
          <p:nvPr/>
        </p:nvSpPr>
        <p:spPr>
          <a:xfrm>
            <a:off x="5148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6" name="TextBox 196"/>
          <p:cNvSpPr/>
          <p:nvPr/>
        </p:nvSpPr>
        <p:spPr>
          <a:xfrm>
            <a:off x="5544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7" name="TextBox 197"/>
          <p:cNvSpPr/>
          <p:nvPr/>
        </p:nvSpPr>
        <p:spPr>
          <a:xfrm>
            <a:off x="5940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8" name="TextBox 198"/>
          <p:cNvSpPr/>
          <p:nvPr/>
        </p:nvSpPr>
        <p:spPr>
          <a:xfrm>
            <a:off x="6336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9" name="TextBox 199"/>
          <p:cNvSpPr/>
          <p:nvPr/>
        </p:nvSpPr>
        <p:spPr>
          <a:xfrm>
            <a:off x="6732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0" name="TextBox 200"/>
          <p:cNvSpPr/>
          <p:nvPr/>
        </p:nvSpPr>
        <p:spPr>
          <a:xfrm>
            <a:off x="7128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1" name="TextBox 201"/>
          <p:cNvSpPr/>
          <p:nvPr/>
        </p:nvSpPr>
        <p:spPr>
          <a:xfrm>
            <a:off x="7524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2" name="TextBox 202"/>
          <p:cNvSpPr/>
          <p:nvPr/>
        </p:nvSpPr>
        <p:spPr>
          <a:xfrm>
            <a:off x="7920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3" name="TextBox 203"/>
          <p:cNvSpPr/>
          <p:nvPr/>
        </p:nvSpPr>
        <p:spPr>
          <a:xfrm>
            <a:off x="8316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4" name="TextBox 204"/>
          <p:cNvSpPr/>
          <p:nvPr/>
        </p:nvSpPr>
        <p:spPr>
          <a:xfrm>
            <a:off x="8712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5" name="TextBox 205"/>
          <p:cNvSpPr/>
          <p:nvPr/>
        </p:nvSpPr>
        <p:spPr>
          <a:xfrm>
            <a:off x="9108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6" name="TextBox 206"/>
          <p:cNvSpPr/>
          <p:nvPr/>
        </p:nvSpPr>
        <p:spPr>
          <a:xfrm>
            <a:off x="9504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7" name="TextBox 207"/>
          <p:cNvSpPr/>
          <p:nvPr/>
        </p:nvSpPr>
        <p:spPr>
          <a:xfrm>
            <a:off x="9900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8" name="TextBox 208"/>
          <p:cNvSpPr/>
          <p:nvPr/>
        </p:nvSpPr>
        <p:spPr>
          <a:xfrm>
            <a:off x="10296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9" name="TextBox 209"/>
          <p:cNvSpPr/>
          <p:nvPr/>
        </p:nvSpPr>
        <p:spPr>
          <a:xfrm>
            <a:off x="10692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0" name="TextBox 210"/>
          <p:cNvSpPr/>
          <p:nvPr/>
        </p:nvSpPr>
        <p:spPr>
          <a:xfrm>
            <a:off x="11088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1" name="TextBox 211"/>
          <p:cNvSpPr/>
          <p:nvPr/>
        </p:nvSpPr>
        <p:spPr>
          <a:xfrm>
            <a:off x="11484000" y="237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2" name="TextBox 212"/>
          <p:cNvSpPr/>
          <p:nvPr/>
        </p:nvSpPr>
        <p:spPr>
          <a:xfrm>
            <a:off x="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3" name="TextBox 213"/>
          <p:cNvSpPr/>
          <p:nvPr/>
        </p:nvSpPr>
        <p:spPr>
          <a:xfrm>
            <a:off x="396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4" name="TextBox 214"/>
          <p:cNvSpPr/>
          <p:nvPr/>
        </p:nvSpPr>
        <p:spPr>
          <a:xfrm>
            <a:off x="792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5" name="TextBox 215"/>
          <p:cNvSpPr/>
          <p:nvPr/>
        </p:nvSpPr>
        <p:spPr>
          <a:xfrm>
            <a:off x="1188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6" name="TextBox 216"/>
          <p:cNvSpPr/>
          <p:nvPr/>
        </p:nvSpPr>
        <p:spPr>
          <a:xfrm>
            <a:off x="1584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7" name="TextBox 217"/>
          <p:cNvSpPr/>
          <p:nvPr/>
        </p:nvSpPr>
        <p:spPr>
          <a:xfrm>
            <a:off x="1980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8" name="TextBox 218"/>
          <p:cNvSpPr/>
          <p:nvPr/>
        </p:nvSpPr>
        <p:spPr>
          <a:xfrm>
            <a:off x="2376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9" name="TextBox 219"/>
          <p:cNvSpPr/>
          <p:nvPr/>
        </p:nvSpPr>
        <p:spPr>
          <a:xfrm>
            <a:off x="2772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0" name="TextBox 220"/>
          <p:cNvSpPr/>
          <p:nvPr/>
        </p:nvSpPr>
        <p:spPr>
          <a:xfrm>
            <a:off x="3168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1" name="TextBox 221"/>
          <p:cNvSpPr/>
          <p:nvPr/>
        </p:nvSpPr>
        <p:spPr>
          <a:xfrm>
            <a:off x="3564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2" name="TextBox 222"/>
          <p:cNvSpPr/>
          <p:nvPr/>
        </p:nvSpPr>
        <p:spPr>
          <a:xfrm>
            <a:off x="3960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3" name="TextBox 223"/>
          <p:cNvSpPr/>
          <p:nvPr/>
        </p:nvSpPr>
        <p:spPr>
          <a:xfrm>
            <a:off x="4356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4" name="TextBox 224"/>
          <p:cNvSpPr/>
          <p:nvPr/>
        </p:nvSpPr>
        <p:spPr>
          <a:xfrm>
            <a:off x="4752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5" name="TextBox 225"/>
          <p:cNvSpPr/>
          <p:nvPr/>
        </p:nvSpPr>
        <p:spPr>
          <a:xfrm>
            <a:off x="5148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6" name="TextBox 226"/>
          <p:cNvSpPr/>
          <p:nvPr/>
        </p:nvSpPr>
        <p:spPr>
          <a:xfrm>
            <a:off x="5544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7" name="TextBox 227"/>
          <p:cNvSpPr/>
          <p:nvPr/>
        </p:nvSpPr>
        <p:spPr>
          <a:xfrm>
            <a:off x="5940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8" name="TextBox 228"/>
          <p:cNvSpPr/>
          <p:nvPr/>
        </p:nvSpPr>
        <p:spPr>
          <a:xfrm>
            <a:off x="6336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9" name="TextBox 229"/>
          <p:cNvSpPr/>
          <p:nvPr/>
        </p:nvSpPr>
        <p:spPr>
          <a:xfrm>
            <a:off x="6732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0" name="TextBox 230"/>
          <p:cNvSpPr/>
          <p:nvPr/>
        </p:nvSpPr>
        <p:spPr>
          <a:xfrm>
            <a:off x="7128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1" name="TextBox 231"/>
          <p:cNvSpPr/>
          <p:nvPr/>
        </p:nvSpPr>
        <p:spPr>
          <a:xfrm>
            <a:off x="7524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2" name="TextBox 232"/>
          <p:cNvSpPr/>
          <p:nvPr/>
        </p:nvSpPr>
        <p:spPr>
          <a:xfrm>
            <a:off x="7920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3" name="TextBox 233"/>
          <p:cNvSpPr/>
          <p:nvPr/>
        </p:nvSpPr>
        <p:spPr>
          <a:xfrm>
            <a:off x="8316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4" name="TextBox 234"/>
          <p:cNvSpPr/>
          <p:nvPr/>
        </p:nvSpPr>
        <p:spPr>
          <a:xfrm>
            <a:off x="8712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5" name="TextBox 235"/>
          <p:cNvSpPr/>
          <p:nvPr/>
        </p:nvSpPr>
        <p:spPr>
          <a:xfrm>
            <a:off x="9108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6" name="TextBox 236"/>
          <p:cNvSpPr/>
          <p:nvPr/>
        </p:nvSpPr>
        <p:spPr>
          <a:xfrm>
            <a:off x="9504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7" name="TextBox 237"/>
          <p:cNvSpPr/>
          <p:nvPr/>
        </p:nvSpPr>
        <p:spPr>
          <a:xfrm>
            <a:off x="9900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8" name="TextBox 238"/>
          <p:cNvSpPr/>
          <p:nvPr/>
        </p:nvSpPr>
        <p:spPr>
          <a:xfrm>
            <a:off x="10296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9" name="TextBox 239"/>
          <p:cNvSpPr/>
          <p:nvPr/>
        </p:nvSpPr>
        <p:spPr>
          <a:xfrm>
            <a:off x="10692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0" name="TextBox 240"/>
          <p:cNvSpPr/>
          <p:nvPr/>
        </p:nvSpPr>
        <p:spPr>
          <a:xfrm>
            <a:off x="11088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1" name="TextBox 241"/>
          <p:cNvSpPr/>
          <p:nvPr/>
        </p:nvSpPr>
        <p:spPr>
          <a:xfrm>
            <a:off x="11484000" y="277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2" name="TextBox 242"/>
          <p:cNvSpPr/>
          <p:nvPr/>
        </p:nvSpPr>
        <p:spPr>
          <a:xfrm>
            <a:off x="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3" name="TextBox 243"/>
          <p:cNvSpPr/>
          <p:nvPr/>
        </p:nvSpPr>
        <p:spPr>
          <a:xfrm>
            <a:off x="396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4" name="TextBox 244"/>
          <p:cNvSpPr/>
          <p:nvPr/>
        </p:nvSpPr>
        <p:spPr>
          <a:xfrm>
            <a:off x="792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5" name="TextBox 245"/>
          <p:cNvSpPr/>
          <p:nvPr/>
        </p:nvSpPr>
        <p:spPr>
          <a:xfrm>
            <a:off x="1188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6" name="TextBox 246"/>
          <p:cNvSpPr/>
          <p:nvPr/>
        </p:nvSpPr>
        <p:spPr>
          <a:xfrm>
            <a:off x="1584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7" name="TextBox 247"/>
          <p:cNvSpPr/>
          <p:nvPr/>
        </p:nvSpPr>
        <p:spPr>
          <a:xfrm>
            <a:off x="1980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8" name="TextBox 248"/>
          <p:cNvSpPr/>
          <p:nvPr/>
        </p:nvSpPr>
        <p:spPr>
          <a:xfrm>
            <a:off x="2376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9" name="TextBox 249"/>
          <p:cNvSpPr/>
          <p:nvPr/>
        </p:nvSpPr>
        <p:spPr>
          <a:xfrm>
            <a:off x="2772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0" name="TextBox 250"/>
          <p:cNvSpPr/>
          <p:nvPr/>
        </p:nvSpPr>
        <p:spPr>
          <a:xfrm>
            <a:off x="3168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1" name="TextBox 251"/>
          <p:cNvSpPr/>
          <p:nvPr/>
        </p:nvSpPr>
        <p:spPr>
          <a:xfrm>
            <a:off x="3564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2" name="TextBox 252"/>
          <p:cNvSpPr/>
          <p:nvPr/>
        </p:nvSpPr>
        <p:spPr>
          <a:xfrm>
            <a:off x="3960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3" name="TextBox 253"/>
          <p:cNvSpPr/>
          <p:nvPr/>
        </p:nvSpPr>
        <p:spPr>
          <a:xfrm>
            <a:off x="4356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4" name="TextBox 254"/>
          <p:cNvSpPr/>
          <p:nvPr/>
        </p:nvSpPr>
        <p:spPr>
          <a:xfrm>
            <a:off x="4752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5" name="TextBox 255"/>
          <p:cNvSpPr/>
          <p:nvPr/>
        </p:nvSpPr>
        <p:spPr>
          <a:xfrm>
            <a:off x="5148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6" name="TextBox 256"/>
          <p:cNvSpPr/>
          <p:nvPr/>
        </p:nvSpPr>
        <p:spPr>
          <a:xfrm>
            <a:off x="5544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7" name="TextBox 257"/>
          <p:cNvSpPr/>
          <p:nvPr/>
        </p:nvSpPr>
        <p:spPr>
          <a:xfrm>
            <a:off x="5940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8" name="TextBox 258"/>
          <p:cNvSpPr/>
          <p:nvPr/>
        </p:nvSpPr>
        <p:spPr>
          <a:xfrm>
            <a:off x="6336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9" name="TextBox 259"/>
          <p:cNvSpPr/>
          <p:nvPr/>
        </p:nvSpPr>
        <p:spPr>
          <a:xfrm>
            <a:off x="6732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0" name="TextBox 260"/>
          <p:cNvSpPr/>
          <p:nvPr/>
        </p:nvSpPr>
        <p:spPr>
          <a:xfrm>
            <a:off x="7128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1" name="TextBox 261"/>
          <p:cNvSpPr/>
          <p:nvPr/>
        </p:nvSpPr>
        <p:spPr>
          <a:xfrm>
            <a:off x="7524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2" name="TextBox 262"/>
          <p:cNvSpPr/>
          <p:nvPr/>
        </p:nvSpPr>
        <p:spPr>
          <a:xfrm>
            <a:off x="7920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3" name="TextBox 263"/>
          <p:cNvSpPr/>
          <p:nvPr/>
        </p:nvSpPr>
        <p:spPr>
          <a:xfrm>
            <a:off x="8316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4" name="TextBox 264"/>
          <p:cNvSpPr/>
          <p:nvPr/>
        </p:nvSpPr>
        <p:spPr>
          <a:xfrm>
            <a:off x="8712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5" name="TextBox 265"/>
          <p:cNvSpPr/>
          <p:nvPr/>
        </p:nvSpPr>
        <p:spPr>
          <a:xfrm>
            <a:off x="9108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6" name="TextBox 266"/>
          <p:cNvSpPr/>
          <p:nvPr/>
        </p:nvSpPr>
        <p:spPr>
          <a:xfrm>
            <a:off x="9504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7" name="TextBox 267"/>
          <p:cNvSpPr/>
          <p:nvPr/>
        </p:nvSpPr>
        <p:spPr>
          <a:xfrm>
            <a:off x="9900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8" name="TextBox 268"/>
          <p:cNvSpPr/>
          <p:nvPr/>
        </p:nvSpPr>
        <p:spPr>
          <a:xfrm>
            <a:off x="10296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9" name="TextBox 269"/>
          <p:cNvSpPr/>
          <p:nvPr/>
        </p:nvSpPr>
        <p:spPr>
          <a:xfrm>
            <a:off x="10692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0" name="TextBox 270"/>
          <p:cNvSpPr/>
          <p:nvPr/>
        </p:nvSpPr>
        <p:spPr>
          <a:xfrm>
            <a:off x="11088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1" name="TextBox 271"/>
          <p:cNvSpPr/>
          <p:nvPr/>
        </p:nvSpPr>
        <p:spPr>
          <a:xfrm>
            <a:off x="11484000" y="316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2" name="TextBox 272"/>
          <p:cNvSpPr/>
          <p:nvPr/>
        </p:nvSpPr>
        <p:spPr>
          <a:xfrm>
            <a:off x="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3" name="TextBox 273"/>
          <p:cNvSpPr/>
          <p:nvPr/>
        </p:nvSpPr>
        <p:spPr>
          <a:xfrm>
            <a:off x="396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4" name="TextBox 274"/>
          <p:cNvSpPr/>
          <p:nvPr/>
        </p:nvSpPr>
        <p:spPr>
          <a:xfrm>
            <a:off x="792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5" name="TextBox 275"/>
          <p:cNvSpPr/>
          <p:nvPr/>
        </p:nvSpPr>
        <p:spPr>
          <a:xfrm>
            <a:off x="1188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6" name="TextBox 276"/>
          <p:cNvSpPr/>
          <p:nvPr/>
        </p:nvSpPr>
        <p:spPr>
          <a:xfrm>
            <a:off x="1584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7" name="TextBox 277"/>
          <p:cNvSpPr/>
          <p:nvPr/>
        </p:nvSpPr>
        <p:spPr>
          <a:xfrm>
            <a:off x="1980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8" name="TextBox 278"/>
          <p:cNvSpPr/>
          <p:nvPr/>
        </p:nvSpPr>
        <p:spPr>
          <a:xfrm>
            <a:off x="2376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9" name="TextBox 279"/>
          <p:cNvSpPr/>
          <p:nvPr/>
        </p:nvSpPr>
        <p:spPr>
          <a:xfrm>
            <a:off x="2772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0" name="TextBox 280"/>
          <p:cNvSpPr/>
          <p:nvPr/>
        </p:nvSpPr>
        <p:spPr>
          <a:xfrm>
            <a:off x="3168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1" name="TextBox 281"/>
          <p:cNvSpPr/>
          <p:nvPr/>
        </p:nvSpPr>
        <p:spPr>
          <a:xfrm>
            <a:off x="3564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2" name="TextBox 282"/>
          <p:cNvSpPr/>
          <p:nvPr/>
        </p:nvSpPr>
        <p:spPr>
          <a:xfrm>
            <a:off x="3960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3" name="TextBox 283"/>
          <p:cNvSpPr/>
          <p:nvPr/>
        </p:nvSpPr>
        <p:spPr>
          <a:xfrm>
            <a:off x="4356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4" name="TextBox 284"/>
          <p:cNvSpPr/>
          <p:nvPr/>
        </p:nvSpPr>
        <p:spPr>
          <a:xfrm>
            <a:off x="4752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5" name="TextBox 285"/>
          <p:cNvSpPr/>
          <p:nvPr/>
        </p:nvSpPr>
        <p:spPr>
          <a:xfrm>
            <a:off x="5148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6" name="TextBox 286"/>
          <p:cNvSpPr/>
          <p:nvPr/>
        </p:nvSpPr>
        <p:spPr>
          <a:xfrm>
            <a:off x="5544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7" name="TextBox 287"/>
          <p:cNvSpPr/>
          <p:nvPr/>
        </p:nvSpPr>
        <p:spPr>
          <a:xfrm>
            <a:off x="5940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8" name="TextBox 288"/>
          <p:cNvSpPr/>
          <p:nvPr/>
        </p:nvSpPr>
        <p:spPr>
          <a:xfrm>
            <a:off x="6336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9" name="TextBox 289"/>
          <p:cNvSpPr/>
          <p:nvPr/>
        </p:nvSpPr>
        <p:spPr>
          <a:xfrm>
            <a:off x="6732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0" name="TextBox 290"/>
          <p:cNvSpPr/>
          <p:nvPr/>
        </p:nvSpPr>
        <p:spPr>
          <a:xfrm>
            <a:off x="7128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1" name="TextBox 291"/>
          <p:cNvSpPr/>
          <p:nvPr/>
        </p:nvSpPr>
        <p:spPr>
          <a:xfrm>
            <a:off x="7524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2" name="TextBox 292"/>
          <p:cNvSpPr/>
          <p:nvPr/>
        </p:nvSpPr>
        <p:spPr>
          <a:xfrm>
            <a:off x="7920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3" name="TextBox 293"/>
          <p:cNvSpPr/>
          <p:nvPr/>
        </p:nvSpPr>
        <p:spPr>
          <a:xfrm>
            <a:off x="8316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4" name="TextBox 294"/>
          <p:cNvSpPr/>
          <p:nvPr/>
        </p:nvSpPr>
        <p:spPr>
          <a:xfrm>
            <a:off x="8712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5" name="TextBox 295"/>
          <p:cNvSpPr/>
          <p:nvPr/>
        </p:nvSpPr>
        <p:spPr>
          <a:xfrm>
            <a:off x="9108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6" name="TextBox 296"/>
          <p:cNvSpPr/>
          <p:nvPr/>
        </p:nvSpPr>
        <p:spPr>
          <a:xfrm>
            <a:off x="9504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7" name="TextBox 297"/>
          <p:cNvSpPr/>
          <p:nvPr/>
        </p:nvSpPr>
        <p:spPr>
          <a:xfrm>
            <a:off x="9900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8" name="TextBox 298"/>
          <p:cNvSpPr/>
          <p:nvPr/>
        </p:nvSpPr>
        <p:spPr>
          <a:xfrm>
            <a:off x="10296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9" name="TextBox 299"/>
          <p:cNvSpPr/>
          <p:nvPr/>
        </p:nvSpPr>
        <p:spPr>
          <a:xfrm>
            <a:off x="10692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0" name="TextBox 300"/>
          <p:cNvSpPr/>
          <p:nvPr/>
        </p:nvSpPr>
        <p:spPr>
          <a:xfrm>
            <a:off x="11088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1" name="TextBox 301"/>
          <p:cNvSpPr/>
          <p:nvPr/>
        </p:nvSpPr>
        <p:spPr>
          <a:xfrm>
            <a:off x="11484000" y="356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2" name="TextBox 302"/>
          <p:cNvSpPr/>
          <p:nvPr/>
        </p:nvSpPr>
        <p:spPr>
          <a:xfrm>
            <a:off x="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3" name="TextBox 303"/>
          <p:cNvSpPr/>
          <p:nvPr/>
        </p:nvSpPr>
        <p:spPr>
          <a:xfrm>
            <a:off x="396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4" name="TextBox 304"/>
          <p:cNvSpPr/>
          <p:nvPr/>
        </p:nvSpPr>
        <p:spPr>
          <a:xfrm>
            <a:off x="792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5" name="TextBox 305"/>
          <p:cNvSpPr/>
          <p:nvPr/>
        </p:nvSpPr>
        <p:spPr>
          <a:xfrm>
            <a:off x="1188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6" name="TextBox 306"/>
          <p:cNvSpPr/>
          <p:nvPr/>
        </p:nvSpPr>
        <p:spPr>
          <a:xfrm>
            <a:off x="1584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7" name="TextBox 307"/>
          <p:cNvSpPr/>
          <p:nvPr/>
        </p:nvSpPr>
        <p:spPr>
          <a:xfrm>
            <a:off x="1980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8" name="TextBox 308"/>
          <p:cNvSpPr/>
          <p:nvPr/>
        </p:nvSpPr>
        <p:spPr>
          <a:xfrm>
            <a:off x="2376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9" name="TextBox 309"/>
          <p:cNvSpPr/>
          <p:nvPr/>
        </p:nvSpPr>
        <p:spPr>
          <a:xfrm>
            <a:off x="2772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0" name="TextBox 310"/>
          <p:cNvSpPr/>
          <p:nvPr/>
        </p:nvSpPr>
        <p:spPr>
          <a:xfrm>
            <a:off x="3168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1" name="TextBox 311"/>
          <p:cNvSpPr/>
          <p:nvPr/>
        </p:nvSpPr>
        <p:spPr>
          <a:xfrm>
            <a:off x="3564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2" name="TextBox 312"/>
          <p:cNvSpPr/>
          <p:nvPr/>
        </p:nvSpPr>
        <p:spPr>
          <a:xfrm>
            <a:off x="3960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3" name="TextBox 313"/>
          <p:cNvSpPr/>
          <p:nvPr/>
        </p:nvSpPr>
        <p:spPr>
          <a:xfrm>
            <a:off x="4356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4" name="TextBox 314"/>
          <p:cNvSpPr/>
          <p:nvPr/>
        </p:nvSpPr>
        <p:spPr>
          <a:xfrm>
            <a:off x="4752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5" name="TextBox 315"/>
          <p:cNvSpPr/>
          <p:nvPr/>
        </p:nvSpPr>
        <p:spPr>
          <a:xfrm>
            <a:off x="5148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6" name="TextBox 316"/>
          <p:cNvSpPr/>
          <p:nvPr/>
        </p:nvSpPr>
        <p:spPr>
          <a:xfrm>
            <a:off x="5544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7" name="TextBox 317"/>
          <p:cNvSpPr/>
          <p:nvPr/>
        </p:nvSpPr>
        <p:spPr>
          <a:xfrm>
            <a:off x="5940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8" name="TextBox 318"/>
          <p:cNvSpPr/>
          <p:nvPr/>
        </p:nvSpPr>
        <p:spPr>
          <a:xfrm>
            <a:off x="6336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9" name="TextBox 319"/>
          <p:cNvSpPr/>
          <p:nvPr/>
        </p:nvSpPr>
        <p:spPr>
          <a:xfrm>
            <a:off x="6732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0" name="TextBox 320"/>
          <p:cNvSpPr/>
          <p:nvPr/>
        </p:nvSpPr>
        <p:spPr>
          <a:xfrm>
            <a:off x="7128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1" name="TextBox 321"/>
          <p:cNvSpPr/>
          <p:nvPr/>
        </p:nvSpPr>
        <p:spPr>
          <a:xfrm>
            <a:off x="7524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2" name="TextBox 322"/>
          <p:cNvSpPr/>
          <p:nvPr/>
        </p:nvSpPr>
        <p:spPr>
          <a:xfrm>
            <a:off x="7920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3" name="TextBox 323"/>
          <p:cNvSpPr/>
          <p:nvPr/>
        </p:nvSpPr>
        <p:spPr>
          <a:xfrm>
            <a:off x="8316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4" name="TextBox 324"/>
          <p:cNvSpPr/>
          <p:nvPr/>
        </p:nvSpPr>
        <p:spPr>
          <a:xfrm>
            <a:off x="8712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5" name="TextBox 325"/>
          <p:cNvSpPr/>
          <p:nvPr/>
        </p:nvSpPr>
        <p:spPr>
          <a:xfrm>
            <a:off x="9108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6" name="TextBox 326"/>
          <p:cNvSpPr/>
          <p:nvPr/>
        </p:nvSpPr>
        <p:spPr>
          <a:xfrm>
            <a:off x="9504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7" name="TextBox 327"/>
          <p:cNvSpPr/>
          <p:nvPr/>
        </p:nvSpPr>
        <p:spPr>
          <a:xfrm>
            <a:off x="9900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8" name="TextBox 328"/>
          <p:cNvSpPr/>
          <p:nvPr/>
        </p:nvSpPr>
        <p:spPr>
          <a:xfrm>
            <a:off x="10296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9" name="TextBox 329"/>
          <p:cNvSpPr/>
          <p:nvPr/>
        </p:nvSpPr>
        <p:spPr>
          <a:xfrm>
            <a:off x="10692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0" name="TextBox 330"/>
          <p:cNvSpPr/>
          <p:nvPr/>
        </p:nvSpPr>
        <p:spPr>
          <a:xfrm>
            <a:off x="11088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1" name="TextBox 331"/>
          <p:cNvSpPr/>
          <p:nvPr/>
        </p:nvSpPr>
        <p:spPr>
          <a:xfrm>
            <a:off x="11484000" y="396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2" name="TextBox 332"/>
          <p:cNvSpPr/>
          <p:nvPr/>
        </p:nvSpPr>
        <p:spPr>
          <a:xfrm>
            <a:off x="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3" name="TextBox 333"/>
          <p:cNvSpPr/>
          <p:nvPr/>
        </p:nvSpPr>
        <p:spPr>
          <a:xfrm>
            <a:off x="396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4" name="TextBox 334"/>
          <p:cNvSpPr/>
          <p:nvPr/>
        </p:nvSpPr>
        <p:spPr>
          <a:xfrm>
            <a:off x="792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5" name="TextBox 335"/>
          <p:cNvSpPr/>
          <p:nvPr/>
        </p:nvSpPr>
        <p:spPr>
          <a:xfrm>
            <a:off x="1188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6" name="TextBox 336"/>
          <p:cNvSpPr/>
          <p:nvPr/>
        </p:nvSpPr>
        <p:spPr>
          <a:xfrm>
            <a:off x="1584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7" name="TextBox 337"/>
          <p:cNvSpPr/>
          <p:nvPr/>
        </p:nvSpPr>
        <p:spPr>
          <a:xfrm>
            <a:off x="1980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8" name="TextBox 338"/>
          <p:cNvSpPr/>
          <p:nvPr/>
        </p:nvSpPr>
        <p:spPr>
          <a:xfrm>
            <a:off x="2376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9" name="TextBox 339"/>
          <p:cNvSpPr/>
          <p:nvPr/>
        </p:nvSpPr>
        <p:spPr>
          <a:xfrm>
            <a:off x="2772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0" name="TextBox 340"/>
          <p:cNvSpPr/>
          <p:nvPr/>
        </p:nvSpPr>
        <p:spPr>
          <a:xfrm>
            <a:off x="3168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1" name="TextBox 341"/>
          <p:cNvSpPr/>
          <p:nvPr/>
        </p:nvSpPr>
        <p:spPr>
          <a:xfrm>
            <a:off x="3564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2" name="TextBox 342"/>
          <p:cNvSpPr/>
          <p:nvPr/>
        </p:nvSpPr>
        <p:spPr>
          <a:xfrm>
            <a:off x="3960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3" name="TextBox 343"/>
          <p:cNvSpPr/>
          <p:nvPr/>
        </p:nvSpPr>
        <p:spPr>
          <a:xfrm>
            <a:off x="4356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4" name="TextBox 344"/>
          <p:cNvSpPr/>
          <p:nvPr/>
        </p:nvSpPr>
        <p:spPr>
          <a:xfrm>
            <a:off x="4752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5" name="TextBox 345"/>
          <p:cNvSpPr/>
          <p:nvPr/>
        </p:nvSpPr>
        <p:spPr>
          <a:xfrm>
            <a:off x="5148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6" name="TextBox 346"/>
          <p:cNvSpPr/>
          <p:nvPr/>
        </p:nvSpPr>
        <p:spPr>
          <a:xfrm>
            <a:off x="5544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7" name="TextBox 347"/>
          <p:cNvSpPr/>
          <p:nvPr/>
        </p:nvSpPr>
        <p:spPr>
          <a:xfrm>
            <a:off x="5940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8" name="TextBox 348"/>
          <p:cNvSpPr/>
          <p:nvPr/>
        </p:nvSpPr>
        <p:spPr>
          <a:xfrm>
            <a:off x="6336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9" name="TextBox 349"/>
          <p:cNvSpPr/>
          <p:nvPr/>
        </p:nvSpPr>
        <p:spPr>
          <a:xfrm>
            <a:off x="6732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0" name="TextBox 350"/>
          <p:cNvSpPr/>
          <p:nvPr/>
        </p:nvSpPr>
        <p:spPr>
          <a:xfrm>
            <a:off x="7128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1" name="TextBox 351"/>
          <p:cNvSpPr/>
          <p:nvPr/>
        </p:nvSpPr>
        <p:spPr>
          <a:xfrm>
            <a:off x="7524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2" name="TextBox 352"/>
          <p:cNvSpPr/>
          <p:nvPr/>
        </p:nvSpPr>
        <p:spPr>
          <a:xfrm>
            <a:off x="7920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3" name="TextBox 353"/>
          <p:cNvSpPr/>
          <p:nvPr/>
        </p:nvSpPr>
        <p:spPr>
          <a:xfrm>
            <a:off x="8316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4" name="TextBox 354"/>
          <p:cNvSpPr/>
          <p:nvPr/>
        </p:nvSpPr>
        <p:spPr>
          <a:xfrm>
            <a:off x="8712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5" name="TextBox 355"/>
          <p:cNvSpPr/>
          <p:nvPr/>
        </p:nvSpPr>
        <p:spPr>
          <a:xfrm>
            <a:off x="9108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6" name="TextBox 356"/>
          <p:cNvSpPr/>
          <p:nvPr/>
        </p:nvSpPr>
        <p:spPr>
          <a:xfrm>
            <a:off x="9504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7" name="TextBox 357"/>
          <p:cNvSpPr/>
          <p:nvPr/>
        </p:nvSpPr>
        <p:spPr>
          <a:xfrm>
            <a:off x="9900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8" name="TextBox 358"/>
          <p:cNvSpPr/>
          <p:nvPr/>
        </p:nvSpPr>
        <p:spPr>
          <a:xfrm>
            <a:off x="10296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9" name="TextBox 359"/>
          <p:cNvSpPr/>
          <p:nvPr/>
        </p:nvSpPr>
        <p:spPr>
          <a:xfrm>
            <a:off x="10692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0" name="TextBox 360"/>
          <p:cNvSpPr/>
          <p:nvPr/>
        </p:nvSpPr>
        <p:spPr>
          <a:xfrm>
            <a:off x="11088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1" name="TextBox 361"/>
          <p:cNvSpPr/>
          <p:nvPr/>
        </p:nvSpPr>
        <p:spPr>
          <a:xfrm>
            <a:off x="11484000" y="435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2" name="TextBox 362"/>
          <p:cNvSpPr/>
          <p:nvPr/>
        </p:nvSpPr>
        <p:spPr>
          <a:xfrm>
            <a:off x="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3" name="TextBox 363"/>
          <p:cNvSpPr/>
          <p:nvPr/>
        </p:nvSpPr>
        <p:spPr>
          <a:xfrm>
            <a:off x="396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4" name="TextBox 364"/>
          <p:cNvSpPr/>
          <p:nvPr/>
        </p:nvSpPr>
        <p:spPr>
          <a:xfrm>
            <a:off x="792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5" name="TextBox 365"/>
          <p:cNvSpPr/>
          <p:nvPr/>
        </p:nvSpPr>
        <p:spPr>
          <a:xfrm>
            <a:off x="1188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6" name="TextBox 366"/>
          <p:cNvSpPr/>
          <p:nvPr/>
        </p:nvSpPr>
        <p:spPr>
          <a:xfrm>
            <a:off x="1584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7" name="TextBox 367"/>
          <p:cNvSpPr/>
          <p:nvPr/>
        </p:nvSpPr>
        <p:spPr>
          <a:xfrm>
            <a:off x="1980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8" name="TextBox 368"/>
          <p:cNvSpPr/>
          <p:nvPr/>
        </p:nvSpPr>
        <p:spPr>
          <a:xfrm>
            <a:off x="2376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9" name="TextBox 369"/>
          <p:cNvSpPr/>
          <p:nvPr/>
        </p:nvSpPr>
        <p:spPr>
          <a:xfrm>
            <a:off x="2772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0" name="TextBox 370"/>
          <p:cNvSpPr/>
          <p:nvPr/>
        </p:nvSpPr>
        <p:spPr>
          <a:xfrm>
            <a:off x="3168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1" name="TextBox 371"/>
          <p:cNvSpPr/>
          <p:nvPr/>
        </p:nvSpPr>
        <p:spPr>
          <a:xfrm>
            <a:off x="3564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2" name="TextBox 372"/>
          <p:cNvSpPr/>
          <p:nvPr/>
        </p:nvSpPr>
        <p:spPr>
          <a:xfrm>
            <a:off x="3960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3" name="TextBox 373"/>
          <p:cNvSpPr/>
          <p:nvPr/>
        </p:nvSpPr>
        <p:spPr>
          <a:xfrm>
            <a:off x="4356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4" name="TextBox 374"/>
          <p:cNvSpPr/>
          <p:nvPr/>
        </p:nvSpPr>
        <p:spPr>
          <a:xfrm>
            <a:off x="4752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5" name="TextBox 375"/>
          <p:cNvSpPr/>
          <p:nvPr/>
        </p:nvSpPr>
        <p:spPr>
          <a:xfrm>
            <a:off x="5148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6" name="TextBox 376"/>
          <p:cNvSpPr/>
          <p:nvPr/>
        </p:nvSpPr>
        <p:spPr>
          <a:xfrm>
            <a:off x="5544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7" name="TextBox 377"/>
          <p:cNvSpPr/>
          <p:nvPr/>
        </p:nvSpPr>
        <p:spPr>
          <a:xfrm>
            <a:off x="5940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8" name="TextBox 378"/>
          <p:cNvSpPr/>
          <p:nvPr/>
        </p:nvSpPr>
        <p:spPr>
          <a:xfrm>
            <a:off x="6336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9" name="TextBox 379"/>
          <p:cNvSpPr/>
          <p:nvPr/>
        </p:nvSpPr>
        <p:spPr>
          <a:xfrm>
            <a:off x="6732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0" name="TextBox 380"/>
          <p:cNvSpPr/>
          <p:nvPr/>
        </p:nvSpPr>
        <p:spPr>
          <a:xfrm>
            <a:off x="7128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1" name="TextBox 381"/>
          <p:cNvSpPr/>
          <p:nvPr/>
        </p:nvSpPr>
        <p:spPr>
          <a:xfrm>
            <a:off x="7524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2" name="TextBox 382"/>
          <p:cNvSpPr/>
          <p:nvPr/>
        </p:nvSpPr>
        <p:spPr>
          <a:xfrm>
            <a:off x="7920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3" name="TextBox 383"/>
          <p:cNvSpPr/>
          <p:nvPr/>
        </p:nvSpPr>
        <p:spPr>
          <a:xfrm>
            <a:off x="8316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4" name="TextBox 384"/>
          <p:cNvSpPr/>
          <p:nvPr/>
        </p:nvSpPr>
        <p:spPr>
          <a:xfrm>
            <a:off x="8712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5" name="TextBox 385"/>
          <p:cNvSpPr/>
          <p:nvPr/>
        </p:nvSpPr>
        <p:spPr>
          <a:xfrm>
            <a:off x="9108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6" name="TextBox 386"/>
          <p:cNvSpPr/>
          <p:nvPr/>
        </p:nvSpPr>
        <p:spPr>
          <a:xfrm>
            <a:off x="9504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7" name="TextBox 387"/>
          <p:cNvSpPr/>
          <p:nvPr/>
        </p:nvSpPr>
        <p:spPr>
          <a:xfrm>
            <a:off x="9900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8" name="TextBox 388"/>
          <p:cNvSpPr/>
          <p:nvPr/>
        </p:nvSpPr>
        <p:spPr>
          <a:xfrm>
            <a:off x="10296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9" name="TextBox 389"/>
          <p:cNvSpPr/>
          <p:nvPr/>
        </p:nvSpPr>
        <p:spPr>
          <a:xfrm>
            <a:off x="10692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0" name="TextBox 390"/>
          <p:cNvSpPr/>
          <p:nvPr/>
        </p:nvSpPr>
        <p:spPr>
          <a:xfrm>
            <a:off x="11088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1" name="TextBox 391"/>
          <p:cNvSpPr/>
          <p:nvPr/>
        </p:nvSpPr>
        <p:spPr>
          <a:xfrm>
            <a:off x="11484000" y="475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2" name="TextBox 392"/>
          <p:cNvSpPr/>
          <p:nvPr/>
        </p:nvSpPr>
        <p:spPr>
          <a:xfrm>
            <a:off x="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3" name="TextBox 393"/>
          <p:cNvSpPr/>
          <p:nvPr/>
        </p:nvSpPr>
        <p:spPr>
          <a:xfrm>
            <a:off x="396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4" name="TextBox 394"/>
          <p:cNvSpPr/>
          <p:nvPr/>
        </p:nvSpPr>
        <p:spPr>
          <a:xfrm>
            <a:off x="792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5" name="TextBox 395"/>
          <p:cNvSpPr/>
          <p:nvPr/>
        </p:nvSpPr>
        <p:spPr>
          <a:xfrm>
            <a:off x="1188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6" name="TextBox 396"/>
          <p:cNvSpPr/>
          <p:nvPr/>
        </p:nvSpPr>
        <p:spPr>
          <a:xfrm>
            <a:off x="1584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7" name="TextBox 397"/>
          <p:cNvSpPr/>
          <p:nvPr/>
        </p:nvSpPr>
        <p:spPr>
          <a:xfrm>
            <a:off x="1980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8" name="TextBox 398"/>
          <p:cNvSpPr/>
          <p:nvPr/>
        </p:nvSpPr>
        <p:spPr>
          <a:xfrm>
            <a:off x="2376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9" name="TextBox 399"/>
          <p:cNvSpPr/>
          <p:nvPr/>
        </p:nvSpPr>
        <p:spPr>
          <a:xfrm>
            <a:off x="2772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0" name="TextBox 400"/>
          <p:cNvSpPr/>
          <p:nvPr/>
        </p:nvSpPr>
        <p:spPr>
          <a:xfrm>
            <a:off x="3168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1" name="TextBox 401"/>
          <p:cNvSpPr/>
          <p:nvPr/>
        </p:nvSpPr>
        <p:spPr>
          <a:xfrm>
            <a:off x="3564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2" name="TextBox 402"/>
          <p:cNvSpPr/>
          <p:nvPr/>
        </p:nvSpPr>
        <p:spPr>
          <a:xfrm>
            <a:off x="3960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3" name="TextBox 403"/>
          <p:cNvSpPr/>
          <p:nvPr/>
        </p:nvSpPr>
        <p:spPr>
          <a:xfrm>
            <a:off x="4356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4" name="TextBox 404"/>
          <p:cNvSpPr/>
          <p:nvPr/>
        </p:nvSpPr>
        <p:spPr>
          <a:xfrm>
            <a:off x="4752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5" name="TextBox 405"/>
          <p:cNvSpPr/>
          <p:nvPr/>
        </p:nvSpPr>
        <p:spPr>
          <a:xfrm>
            <a:off x="5148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6" name="TextBox 406"/>
          <p:cNvSpPr/>
          <p:nvPr/>
        </p:nvSpPr>
        <p:spPr>
          <a:xfrm>
            <a:off x="5544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7" name="TextBox 407"/>
          <p:cNvSpPr/>
          <p:nvPr/>
        </p:nvSpPr>
        <p:spPr>
          <a:xfrm>
            <a:off x="5940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8" name="TextBox 408"/>
          <p:cNvSpPr/>
          <p:nvPr/>
        </p:nvSpPr>
        <p:spPr>
          <a:xfrm>
            <a:off x="6336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9" name="TextBox 409"/>
          <p:cNvSpPr/>
          <p:nvPr/>
        </p:nvSpPr>
        <p:spPr>
          <a:xfrm>
            <a:off x="6732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0" name="TextBox 410"/>
          <p:cNvSpPr/>
          <p:nvPr/>
        </p:nvSpPr>
        <p:spPr>
          <a:xfrm>
            <a:off x="7128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1" name="TextBox 411"/>
          <p:cNvSpPr/>
          <p:nvPr/>
        </p:nvSpPr>
        <p:spPr>
          <a:xfrm>
            <a:off x="7524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2" name="TextBox 412"/>
          <p:cNvSpPr/>
          <p:nvPr/>
        </p:nvSpPr>
        <p:spPr>
          <a:xfrm>
            <a:off x="7920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3" name="TextBox 413"/>
          <p:cNvSpPr/>
          <p:nvPr/>
        </p:nvSpPr>
        <p:spPr>
          <a:xfrm>
            <a:off x="8316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4" name="TextBox 414"/>
          <p:cNvSpPr/>
          <p:nvPr/>
        </p:nvSpPr>
        <p:spPr>
          <a:xfrm>
            <a:off x="8712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5" name="TextBox 415"/>
          <p:cNvSpPr/>
          <p:nvPr/>
        </p:nvSpPr>
        <p:spPr>
          <a:xfrm>
            <a:off x="9108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6" name="TextBox 416"/>
          <p:cNvSpPr/>
          <p:nvPr/>
        </p:nvSpPr>
        <p:spPr>
          <a:xfrm>
            <a:off x="9504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7" name="TextBox 417"/>
          <p:cNvSpPr/>
          <p:nvPr/>
        </p:nvSpPr>
        <p:spPr>
          <a:xfrm>
            <a:off x="9900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8" name="TextBox 418"/>
          <p:cNvSpPr/>
          <p:nvPr/>
        </p:nvSpPr>
        <p:spPr>
          <a:xfrm>
            <a:off x="10296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9" name="TextBox 419"/>
          <p:cNvSpPr/>
          <p:nvPr/>
        </p:nvSpPr>
        <p:spPr>
          <a:xfrm>
            <a:off x="10692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0" name="TextBox 420"/>
          <p:cNvSpPr/>
          <p:nvPr/>
        </p:nvSpPr>
        <p:spPr>
          <a:xfrm>
            <a:off x="11088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1" name="TextBox 421"/>
          <p:cNvSpPr/>
          <p:nvPr/>
        </p:nvSpPr>
        <p:spPr>
          <a:xfrm>
            <a:off x="11484000" y="5148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2" name="TextBox 422"/>
          <p:cNvSpPr/>
          <p:nvPr/>
        </p:nvSpPr>
        <p:spPr>
          <a:xfrm>
            <a:off x="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3" name="TextBox 423"/>
          <p:cNvSpPr/>
          <p:nvPr/>
        </p:nvSpPr>
        <p:spPr>
          <a:xfrm>
            <a:off x="396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4" name="TextBox 424"/>
          <p:cNvSpPr/>
          <p:nvPr/>
        </p:nvSpPr>
        <p:spPr>
          <a:xfrm>
            <a:off x="792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5" name="TextBox 425"/>
          <p:cNvSpPr/>
          <p:nvPr/>
        </p:nvSpPr>
        <p:spPr>
          <a:xfrm>
            <a:off x="1188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6" name="TextBox 426"/>
          <p:cNvSpPr/>
          <p:nvPr/>
        </p:nvSpPr>
        <p:spPr>
          <a:xfrm>
            <a:off x="1584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7" name="TextBox 427"/>
          <p:cNvSpPr/>
          <p:nvPr/>
        </p:nvSpPr>
        <p:spPr>
          <a:xfrm>
            <a:off x="1980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8" name="TextBox 428"/>
          <p:cNvSpPr/>
          <p:nvPr/>
        </p:nvSpPr>
        <p:spPr>
          <a:xfrm>
            <a:off x="2376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9" name="TextBox 429"/>
          <p:cNvSpPr/>
          <p:nvPr/>
        </p:nvSpPr>
        <p:spPr>
          <a:xfrm>
            <a:off x="2772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0" name="TextBox 430"/>
          <p:cNvSpPr/>
          <p:nvPr/>
        </p:nvSpPr>
        <p:spPr>
          <a:xfrm>
            <a:off x="3168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1" name="TextBox 431"/>
          <p:cNvSpPr/>
          <p:nvPr/>
        </p:nvSpPr>
        <p:spPr>
          <a:xfrm>
            <a:off x="3564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2" name="TextBox 432"/>
          <p:cNvSpPr/>
          <p:nvPr/>
        </p:nvSpPr>
        <p:spPr>
          <a:xfrm>
            <a:off x="3960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3" name="TextBox 433"/>
          <p:cNvSpPr/>
          <p:nvPr/>
        </p:nvSpPr>
        <p:spPr>
          <a:xfrm>
            <a:off x="4356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4" name="TextBox 434"/>
          <p:cNvSpPr/>
          <p:nvPr/>
        </p:nvSpPr>
        <p:spPr>
          <a:xfrm>
            <a:off x="4752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5" name="TextBox 435"/>
          <p:cNvSpPr/>
          <p:nvPr/>
        </p:nvSpPr>
        <p:spPr>
          <a:xfrm>
            <a:off x="5148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6" name="TextBox 436"/>
          <p:cNvSpPr/>
          <p:nvPr/>
        </p:nvSpPr>
        <p:spPr>
          <a:xfrm>
            <a:off x="5544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7" name="TextBox 437"/>
          <p:cNvSpPr/>
          <p:nvPr/>
        </p:nvSpPr>
        <p:spPr>
          <a:xfrm>
            <a:off x="5940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8" name="TextBox 438"/>
          <p:cNvSpPr/>
          <p:nvPr/>
        </p:nvSpPr>
        <p:spPr>
          <a:xfrm>
            <a:off x="6336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9" name="TextBox 439"/>
          <p:cNvSpPr/>
          <p:nvPr/>
        </p:nvSpPr>
        <p:spPr>
          <a:xfrm>
            <a:off x="6732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0" name="TextBox 440"/>
          <p:cNvSpPr/>
          <p:nvPr/>
        </p:nvSpPr>
        <p:spPr>
          <a:xfrm>
            <a:off x="7128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1" name="TextBox 441"/>
          <p:cNvSpPr/>
          <p:nvPr/>
        </p:nvSpPr>
        <p:spPr>
          <a:xfrm>
            <a:off x="7524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2" name="TextBox 442"/>
          <p:cNvSpPr/>
          <p:nvPr/>
        </p:nvSpPr>
        <p:spPr>
          <a:xfrm>
            <a:off x="7920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3" name="TextBox 443"/>
          <p:cNvSpPr/>
          <p:nvPr/>
        </p:nvSpPr>
        <p:spPr>
          <a:xfrm>
            <a:off x="8316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4" name="TextBox 444"/>
          <p:cNvSpPr/>
          <p:nvPr/>
        </p:nvSpPr>
        <p:spPr>
          <a:xfrm>
            <a:off x="8712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5" name="TextBox 445"/>
          <p:cNvSpPr/>
          <p:nvPr/>
        </p:nvSpPr>
        <p:spPr>
          <a:xfrm>
            <a:off x="9108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6" name="TextBox 446"/>
          <p:cNvSpPr/>
          <p:nvPr/>
        </p:nvSpPr>
        <p:spPr>
          <a:xfrm>
            <a:off x="9504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7" name="TextBox 447"/>
          <p:cNvSpPr/>
          <p:nvPr/>
        </p:nvSpPr>
        <p:spPr>
          <a:xfrm>
            <a:off x="9900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8" name="TextBox 448"/>
          <p:cNvSpPr/>
          <p:nvPr/>
        </p:nvSpPr>
        <p:spPr>
          <a:xfrm>
            <a:off x="10296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9" name="TextBox 449"/>
          <p:cNvSpPr/>
          <p:nvPr/>
        </p:nvSpPr>
        <p:spPr>
          <a:xfrm>
            <a:off x="10692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0" name="TextBox 450"/>
          <p:cNvSpPr/>
          <p:nvPr/>
        </p:nvSpPr>
        <p:spPr>
          <a:xfrm>
            <a:off x="11088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1" name="TextBox 451"/>
          <p:cNvSpPr/>
          <p:nvPr/>
        </p:nvSpPr>
        <p:spPr>
          <a:xfrm>
            <a:off x="11484000" y="5544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2" name="TextBox 452"/>
          <p:cNvSpPr/>
          <p:nvPr/>
        </p:nvSpPr>
        <p:spPr>
          <a:xfrm>
            <a:off x="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3" name="TextBox 453"/>
          <p:cNvSpPr/>
          <p:nvPr/>
        </p:nvSpPr>
        <p:spPr>
          <a:xfrm>
            <a:off x="396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4" name="TextBox 454"/>
          <p:cNvSpPr/>
          <p:nvPr/>
        </p:nvSpPr>
        <p:spPr>
          <a:xfrm>
            <a:off x="792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5" name="TextBox 455"/>
          <p:cNvSpPr/>
          <p:nvPr/>
        </p:nvSpPr>
        <p:spPr>
          <a:xfrm>
            <a:off x="1188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6" name="TextBox 456"/>
          <p:cNvSpPr/>
          <p:nvPr/>
        </p:nvSpPr>
        <p:spPr>
          <a:xfrm>
            <a:off x="1584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7" name="TextBox 457"/>
          <p:cNvSpPr/>
          <p:nvPr/>
        </p:nvSpPr>
        <p:spPr>
          <a:xfrm>
            <a:off x="1980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8" name="TextBox 458"/>
          <p:cNvSpPr/>
          <p:nvPr/>
        </p:nvSpPr>
        <p:spPr>
          <a:xfrm>
            <a:off x="2376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9" name="TextBox 459"/>
          <p:cNvSpPr/>
          <p:nvPr/>
        </p:nvSpPr>
        <p:spPr>
          <a:xfrm>
            <a:off x="2772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0" name="TextBox 460"/>
          <p:cNvSpPr/>
          <p:nvPr/>
        </p:nvSpPr>
        <p:spPr>
          <a:xfrm>
            <a:off x="3168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1" name="TextBox 461"/>
          <p:cNvSpPr/>
          <p:nvPr/>
        </p:nvSpPr>
        <p:spPr>
          <a:xfrm>
            <a:off x="3564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2" name="TextBox 462"/>
          <p:cNvSpPr/>
          <p:nvPr/>
        </p:nvSpPr>
        <p:spPr>
          <a:xfrm>
            <a:off x="3960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3" name="TextBox 463"/>
          <p:cNvSpPr/>
          <p:nvPr/>
        </p:nvSpPr>
        <p:spPr>
          <a:xfrm>
            <a:off x="4356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4" name="TextBox 464"/>
          <p:cNvSpPr/>
          <p:nvPr/>
        </p:nvSpPr>
        <p:spPr>
          <a:xfrm>
            <a:off x="4752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5" name="TextBox 465"/>
          <p:cNvSpPr/>
          <p:nvPr/>
        </p:nvSpPr>
        <p:spPr>
          <a:xfrm>
            <a:off x="5148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6" name="TextBox 466"/>
          <p:cNvSpPr/>
          <p:nvPr/>
        </p:nvSpPr>
        <p:spPr>
          <a:xfrm>
            <a:off x="5544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7" name="TextBox 467"/>
          <p:cNvSpPr/>
          <p:nvPr/>
        </p:nvSpPr>
        <p:spPr>
          <a:xfrm>
            <a:off x="5940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8" name="TextBox 468"/>
          <p:cNvSpPr/>
          <p:nvPr/>
        </p:nvSpPr>
        <p:spPr>
          <a:xfrm>
            <a:off x="6336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9" name="TextBox 469"/>
          <p:cNvSpPr/>
          <p:nvPr/>
        </p:nvSpPr>
        <p:spPr>
          <a:xfrm>
            <a:off x="6732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0" name="TextBox 470"/>
          <p:cNvSpPr/>
          <p:nvPr/>
        </p:nvSpPr>
        <p:spPr>
          <a:xfrm>
            <a:off x="7128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1" name="TextBox 471"/>
          <p:cNvSpPr/>
          <p:nvPr/>
        </p:nvSpPr>
        <p:spPr>
          <a:xfrm>
            <a:off x="7524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2" name="TextBox 472"/>
          <p:cNvSpPr/>
          <p:nvPr/>
        </p:nvSpPr>
        <p:spPr>
          <a:xfrm>
            <a:off x="7920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3" name="TextBox 473"/>
          <p:cNvSpPr/>
          <p:nvPr/>
        </p:nvSpPr>
        <p:spPr>
          <a:xfrm>
            <a:off x="8316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4" name="TextBox 474"/>
          <p:cNvSpPr/>
          <p:nvPr/>
        </p:nvSpPr>
        <p:spPr>
          <a:xfrm>
            <a:off x="8712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5" name="TextBox 475"/>
          <p:cNvSpPr/>
          <p:nvPr/>
        </p:nvSpPr>
        <p:spPr>
          <a:xfrm>
            <a:off x="9108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6" name="TextBox 476"/>
          <p:cNvSpPr/>
          <p:nvPr/>
        </p:nvSpPr>
        <p:spPr>
          <a:xfrm>
            <a:off x="9504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7" name="TextBox 477"/>
          <p:cNvSpPr/>
          <p:nvPr/>
        </p:nvSpPr>
        <p:spPr>
          <a:xfrm>
            <a:off x="9900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8" name="TextBox 478"/>
          <p:cNvSpPr/>
          <p:nvPr/>
        </p:nvSpPr>
        <p:spPr>
          <a:xfrm>
            <a:off x="10296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9" name="TextBox 479"/>
          <p:cNvSpPr/>
          <p:nvPr/>
        </p:nvSpPr>
        <p:spPr>
          <a:xfrm>
            <a:off x="10692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0" name="TextBox 480"/>
          <p:cNvSpPr/>
          <p:nvPr/>
        </p:nvSpPr>
        <p:spPr>
          <a:xfrm>
            <a:off x="11088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1" name="TextBox 481"/>
          <p:cNvSpPr/>
          <p:nvPr/>
        </p:nvSpPr>
        <p:spPr>
          <a:xfrm>
            <a:off x="11484000" y="5940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2" name="TextBox 482"/>
          <p:cNvSpPr/>
          <p:nvPr/>
        </p:nvSpPr>
        <p:spPr>
          <a:xfrm>
            <a:off x="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3" name="TextBox 483"/>
          <p:cNvSpPr/>
          <p:nvPr/>
        </p:nvSpPr>
        <p:spPr>
          <a:xfrm>
            <a:off x="396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4" name="TextBox 484"/>
          <p:cNvSpPr/>
          <p:nvPr/>
        </p:nvSpPr>
        <p:spPr>
          <a:xfrm>
            <a:off x="792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5" name="TextBox 485"/>
          <p:cNvSpPr/>
          <p:nvPr/>
        </p:nvSpPr>
        <p:spPr>
          <a:xfrm>
            <a:off x="1188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6" name="TextBox 486"/>
          <p:cNvSpPr/>
          <p:nvPr/>
        </p:nvSpPr>
        <p:spPr>
          <a:xfrm>
            <a:off x="1584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7" name="TextBox 487"/>
          <p:cNvSpPr/>
          <p:nvPr/>
        </p:nvSpPr>
        <p:spPr>
          <a:xfrm>
            <a:off x="1980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8" name="TextBox 488"/>
          <p:cNvSpPr/>
          <p:nvPr/>
        </p:nvSpPr>
        <p:spPr>
          <a:xfrm>
            <a:off x="2376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9" name="TextBox 489"/>
          <p:cNvSpPr/>
          <p:nvPr/>
        </p:nvSpPr>
        <p:spPr>
          <a:xfrm>
            <a:off x="2772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0" name="TextBox 490"/>
          <p:cNvSpPr/>
          <p:nvPr/>
        </p:nvSpPr>
        <p:spPr>
          <a:xfrm>
            <a:off x="3168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1" name="TextBox 491"/>
          <p:cNvSpPr/>
          <p:nvPr/>
        </p:nvSpPr>
        <p:spPr>
          <a:xfrm>
            <a:off x="3564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2" name="TextBox 492"/>
          <p:cNvSpPr/>
          <p:nvPr/>
        </p:nvSpPr>
        <p:spPr>
          <a:xfrm>
            <a:off x="3960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3" name="TextBox 493"/>
          <p:cNvSpPr/>
          <p:nvPr/>
        </p:nvSpPr>
        <p:spPr>
          <a:xfrm>
            <a:off x="4356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4" name="TextBox 494"/>
          <p:cNvSpPr/>
          <p:nvPr/>
        </p:nvSpPr>
        <p:spPr>
          <a:xfrm>
            <a:off x="4752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5" name="TextBox 495"/>
          <p:cNvSpPr/>
          <p:nvPr/>
        </p:nvSpPr>
        <p:spPr>
          <a:xfrm>
            <a:off x="5148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6" name="TextBox 496"/>
          <p:cNvSpPr/>
          <p:nvPr/>
        </p:nvSpPr>
        <p:spPr>
          <a:xfrm>
            <a:off x="5544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7" name="TextBox 497"/>
          <p:cNvSpPr/>
          <p:nvPr/>
        </p:nvSpPr>
        <p:spPr>
          <a:xfrm>
            <a:off x="5940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8" name="TextBox 498"/>
          <p:cNvSpPr/>
          <p:nvPr/>
        </p:nvSpPr>
        <p:spPr>
          <a:xfrm>
            <a:off x="6336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9" name="TextBox 499"/>
          <p:cNvSpPr/>
          <p:nvPr/>
        </p:nvSpPr>
        <p:spPr>
          <a:xfrm>
            <a:off x="6732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0" name="TextBox 500"/>
          <p:cNvSpPr/>
          <p:nvPr/>
        </p:nvSpPr>
        <p:spPr>
          <a:xfrm>
            <a:off x="7128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1" name="TextBox 501"/>
          <p:cNvSpPr/>
          <p:nvPr/>
        </p:nvSpPr>
        <p:spPr>
          <a:xfrm>
            <a:off x="7524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2" name="TextBox 502"/>
          <p:cNvSpPr/>
          <p:nvPr/>
        </p:nvSpPr>
        <p:spPr>
          <a:xfrm>
            <a:off x="7920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3" name="TextBox 503"/>
          <p:cNvSpPr/>
          <p:nvPr/>
        </p:nvSpPr>
        <p:spPr>
          <a:xfrm>
            <a:off x="8316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4" name="TextBox 504"/>
          <p:cNvSpPr/>
          <p:nvPr/>
        </p:nvSpPr>
        <p:spPr>
          <a:xfrm>
            <a:off x="8712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5" name="TextBox 505"/>
          <p:cNvSpPr/>
          <p:nvPr/>
        </p:nvSpPr>
        <p:spPr>
          <a:xfrm>
            <a:off x="9108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6" name="TextBox 506"/>
          <p:cNvSpPr/>
          <p:nvPr/>
        </p:nvSpPr>
        <p:spPr>
          <a:xfrm>
            <a:off x="9504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7" name="TextBox 507"/>
          <p:cNvSpPr/>
          <p:nvPr/>
        </p:nvSpPr>
        <p:spPr>
          <a:xfrm>
            <a:off x="9900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8" name="TextBox 508"/>
          <p:cNvSpPr/>
          <p:nvPr/>
        </p:nvSpPr>
        <p:spPr>
          <a:xfrm>
            <a:off x="10296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9" name="TextBox 509"/>
          <p:cNvSpPr/>
          <p:nvPr/>
        </p:nvSpPr>
        <p:spPr>
          <a:xfrm>
            <a:off x="10692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0" name="TextBox 510"/>
          <p:cNvSpPr/>
          <p:nvPr/>
        </p:nvSpPr>
        <p:spPr>
          <a:xfrm>
            <a:off x="11088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1" name="TextBox 511"/>
          <p:cNvSpPr/>
          <p:nvPr/>
        </p:nvSpPr>
        <p:spPr>
          <a:xfrm>
            <a:off x="11484000" y="6336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2" name="TextBox 512"/>
          <p:cNvSpPr/>
          <p:nvPr/>
        </p:nvSpPr>
        <p:spPr>
          <a:xfrm>
            <a:off x="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3" name="TextBox 513"/>
          <p:cNvSpPr/>
          <p:nvPr/>
        </p:nvSpPr>
        <p:spPr>
          <a:xfrm>
            <a:off x="396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4" name="TextBox 514"/>
          <p:cNvSpPr/>
          <p:nvPr/>
        </p:nvSpPr>
        <p:spPr>
          <a:xfrm>
            <a:off x="792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5" name="TextBox 515"/>
          <p:cNvSpPr/>
          <p:nvPr/>
        </p:nvSpPr>
        <p:spPr>
          <a:xfrm>
            <a:off x="1188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6" name="TextBox 516"/>
          <p:cNvSpPr/>
          <p:nvPr/>
        </p:nvSpPr>
        <p:spPr>
          <a:xfrm>
            <a:off x="1584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7" name="TextBox 517"/>
          <p:cNvSpPr/>
          <p:nvPr/>
        </p:nvSpPr>
        <p:spPr>
          <a:xfrm>
            <a:off x="1980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8" name="TextBox 518"/>
          <p:cNvSpPr/>
          <p:nvPr/>
        </p:nvSpPr>
        <p:spPr>
          <a:xfrm>
            <a:off x="2376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9" name="TextBox 519"/>
          <p:cNvSpPr/>
          <p:nvPr/>
        </p:nvSpPr>
        <p:spPr>
          <a:xfrm>
            <a:off x="2772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0" name="TextBox 520"/>
          <p:cNvSpPr/>
          <p:nvPr/>
        </p:nvSpPr>
        <p:spPr>
          <a:xfrm>
            <a:off x="3168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1" name="TextBox 521"/>
          <p:cNvSpPr/>
          <p:nvPr/>
        </p:nvSpPr>
        <p:spPr>
          <a:xfrm>
            <a:off x="3564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2" name="TextBox 522"/>
          <p:cNvSpPr/>
          <p:nvPr/>
        </p:nvSpPr>
        <p:spPr>
          <a:xfrm>
            <a:off x="3960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3" name="TextBox 523"/>
          <p:cNvSpPr/>
          <p:nvPr/>
        </p:nvSpPr>
        <p:spPr>
          <a:xfrm>
            <a:off x="4356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4" name="TextBox 524"/>
          <p:cNvSpPr/>
          <p:nvPr/>
        </p:nvSpPr>
        <p:spPr>
          <a:xfrm>
            <a:off x="4752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5" name="TextBox 525"/>
          <p:cNvSpPr/>
          <p:nvPr/>
        </p:nvSpPr>
        <p:spPr>
          <a:xfrm>
            <a:off x="5148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6" name="TextBox 526"/>
          <p:cNvSpPr/>
          <p:nvPr/>
        </p:nvSpPr>
        <p:spPr>
          <a:xfrm>
            <a:off x="5544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7" name="TextBox 527"/>
          <p:cNvSpPr/>
          <p:nvPr/>
        </p:nvSpPr>
        <p:spPr>
          <a:xfrm>
            <a:off x="5940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8" name="TextBox 528"/>
          <p:cNvSpPr/>
          <p:nvPr/>
        </p:nvSpPr>
        <p:spPr>
          <a:xfrm>
            <a:off x="6336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9" name="TextBox 529"/>
          <p:cNvSpPr/>
          <p:nvPr/>
        </p:nvSpPr>
        <p:spPr>
          <a:xfrm>
            <a:off x="6732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0" name="TextBox 530"/>
          <p:cNvSpPr/>
          <p:nvPr/>
        </p:nvSpPr>
        <p:spPr>
          <a:xfrm>
            <a:off x="7128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1" name="TextBox 531"/>
          <p:cNvSpPr/>
          <p:nvPr/>
        </p:nvSpPr>
        <p:spPr>
          <a:xfrm>
            <a:off x="7524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2" name="TextBox 532"/>
          <p:cNvSpPr/>
          <p:nvPr/>
        </p:nvSpPr>
        <p:spPr>
          <a:xfrm>
            <a:off x="7920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3" name="TextBox 533"/>
          <p:cNvSpPr/>
          <p:nvPr/>
        </p:nvSpPr>
        <p:spPr>
          <a:xfrm>
            <a:off x="8316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4" name="TextBox 534"/>
          <p:cNvSpPr/>
          <p:nvPr/>
        </p:nvSpPr>
        <p:spPr>
          <a:xfrm>
            <a:off x="8712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5" name="TextBox 535"/>
          <p:cNvSpPr/>
          <p:nvPr/>
        </p:nvSpPr>
        <p:spPr>
          <a:xfrm>
            <a:off x="9108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6" name="TextBox 536"/>
          <p:cNvSpPr/>
          <p:nvPr/>
        </p:nvSpPr>
        <p:spPr>
          <a:xfrm>
            <a:off x="9504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7" name="TextBox 537"/>
          <p:cNvSpPr/>
          <p:nvPr/>
        </p:nvSpPr>
        <p:spPr>
          <a:xfrm>
            <a:off x="9900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8" name="TextBox 538"/>
          <p:cNvSpPr/>
          <p:nvPr/>
        </p:nvSpPr>
        <p:spPr>
          <a:xfrm>
            <a:off x="10296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9" name="TextBox 539"/>
          <p:cNvSpPr/>
          <p:nvPr/>
        </p:nvSpPr>
        <p:spPr>
          <a:xfrm>
            <a:off x="10692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0" name="TextBox 540"/>
          <p:cNvSpPr/>
          <p:nvPr/>
        </p:nvSpPr>
        <p:spPr>
          <a:xfrm>
            <a:off x="11088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1" name="TextBox 541"/>
          <p:cNvSpPr/>
          <p:nvPr/>
        </p:nvSpPr>
        <p:spPr>
          <a:xfrm>
            <a:off x="11484000" y="6732000"/>
            <a:ext cx="64800" cy="64800"/>
          </a:xfrm>
          <a:prstGeom prst="ellipse">
            <a:avLst/>
          </a:prstGeom>
          <a:solidFill>
            <a:srgbClr val="E8EC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2" name="TextBox 542"/>
          <p:cNvSpPr/>
          <p:nvPr/>
        </p:nvSpPr>
        <p:spPr>
          <a:xfrm rot="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3" name="TextBox 543"/>
          <p:cNvSpPr/>
          <p:nvPr/>
        </p:nvSpPr>
        <p:spPr>
          <a:xfrm rot="9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4" name="TextBox 544"/>
          <p:cNvSpPr/>
          <p:nvPr/>
        </p:nvSpPr>
        <p:spPr>
          <a:xfrm rot="18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5" name="TextBox 545"/>
          <p:cNvSpPr/>
          <p:nvPr/>
        </p:nvSpPr>
        <p:spPr>
          <a:xfrm rot="27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6" name="TextBox 546"/>
          <p:cNvSpPr/>
          <p:nvPr/>
        </p:nvSpPr>
        <p:spPr>
          <a:xfrm rot="36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7" name="TextBox 547"/>
          <p:cNvSpPr/>
          <p:nvPr/>
        </p:nvSpPr>
        <p:spPr>
          <a:xfrm rot="45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8" name="TextBox 548"/>
          <p:cNvSpPr/>
          <p:nvPr/>
        </p:nvSpPr>
        <p:spPr>
          <a:xfrm rot="54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9" name="TextBox 549"/>
          <p:cNvSpPr/>
          <p:nvPr/>
        </p:nvSpPr>
        <p:spPr>
          <a:xfrm rot="63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0" name="TextBox 550"/>
          <p:cNvSpPr/>
          <p:nvPr/>
        </p:nvSpPr>
        <p:spPr>
          <a:xfrm rot="72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1" name="TextBox 551"/>
          <p:cNvSpPr/>
          <p:nvPr/>
        </p:nvSpPr>
        <p:spPr>
          <a:xfrm rot="81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2" name="TextBox 552"/>
          <p:cNvSpPr/>
          <p:nvPr/>
        </p:nvSpPr>
        <p:spPr>
          <a:xfrm rot="90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3" name="TextBox 553"/>
          <p:cNvSpPr/>
          <p:nvPr/>
        </p:nvSpPr>
        <p:spPr>
          <a:xfrm rot="9900000">
            <a:off x="360000" y="3369600"/>
            <a:ext cx="5040000" cy="118800"/>
          </a:xfrm>
          <a:prstGeom prst="rect">
            <a:avLst/>
          </a:prstGeom>
          <a:solidFill>
            <a:srgbClr val="7DC840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4" name="TextBox 554"/>
          <p:cNvSpPr/>
          <p:nvPr/>
        </p:nvSpPr>
        <p:spPr>
          <a:xfrm rot="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5" name="TextBox 555"/>
          <p:cNvSpPr/>
          <p:nvPr/>
        </p:nvSpPr>
        <p:spPr>
          <a:xfrm rot="108000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6" name="TextBox 556"/>
          <p:cNvSpPr/>
          <p:nvPr/>
        </p:nvSpPr>
        <p:spPr>
          <a:xfrm rot="216000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7" name="TextBox 557"/>
          <p:cNvSpPr/>
          <p:nvPr/>
        </p:nvSpPr>
        <p:spPr>
          <a:xfrm rot="324000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8" name="TextBox 558"/>
          <p:cNvSpPr/>
          <p:nvPr/>
        </p:nvSpPr>
        <p:spPr>
          <a:xfrm rot="432000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9" name="TextBox 559"/>
          <p:cNvSpPr/>
          <p:nvPr/>
        </p:nvSpPr>
        <p:spPr>
          <a:xfrm rot="540000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0" name="TextBox 560"/>
          <p:cNvSpPr/>
          <p:nvPr/>
        </p:nvSpPr>
        <p:spPr>
          <a:xfrm rot="648000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1" name="TextBox 561"/>
          <p:cNvSpPr/>
          <p:nvPr/>
        </p:nvSpPr>
        <p:spPr>
          <a:xfrm rot="756000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2" name="TextBox 562"/>
          <p:cNvSpPr/>
          <p:nvPr/>
        </p:nvSpPr>
        <p:spPr>
          <a:xfrm rot="864000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3" name="TextBox 563"/>
          <p:cNvSpPr/>
          <p:nvPr/>
        </p:nvSpPr>
        <p:spPr>
          <a:xfrm rot="9720000">
            <a:off x="8460000" y="5349600"/>
            <a:ext cx="3240000" cy="100800"/>
          </a:xfrm>
          <a:prstGeom prst="rect">
            <a:avLst/>
          </a:prstGeom>
          <a:solidFill>
            <a:srgbClr val="7DC840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4" name="!!bloom"/>
          <p:cNvSpPr/>
          <p:nvPr/>
        </p:nvSpPr>
        <p:spPr>
          <a:xfrm>
            <a:off x="0" y="0"/>
            <a:ext cx="12193200" cy="6858000"/>
          </a:xfrm>
          <a:prstGeom prst="ellipse">
            <a:avLst/>
          </a:prstGeom>
          <a:solidFill>
            <a:srgbClr val="1A3FD8">
              <a:alpha val="10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5" name="TextBox 565"/>
          <p:cNvSpPr/>
          <p:nvPr/>
        </p:nvSpPr>
        <p:spPr>
          <a:xfrm>
            <a:off x="540000" y="360000"/>
            <a:ext cx="86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7DC840"/>
                </a:solidFill>
                <a:latin typeface="Segoe UI"/>
                <a:ea typeface="Segoe UI"/>
              </a:rPr>
              <a:t>START TODAY</a:t>
            </a:r>
          </a:p>
        </p:txBody>
      </p:sp>
      <p:sp>
        <p:nvSpPr>
          <p:cNvPr id="566" name="TextBox 566"/>
          <p:cNvSpPr/>
          <p:nvPr/>
        </p:nvSpPr>
        <p:spPr>
          <a:xfrm>
            <a:off x="540000" y="792000"/>
            <a:ext cx="1440000" cy="50400"/>
          </a:xfrm>
          <a:prstGeom prst="rect">
            <a:avLst/>
          </a:prstGeom>
          <a:solidFill>
            <a:srgbClr val="7D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7" name="TextBox 567"/>
          <p:cNvSpPr/>
          <p:nvPr/>
        </p:nvSpPr>
        <p:spPr>
          <a:xfrm>
            <a:off x="540000" y="1008000"/>
            <a:ext cx="7920000" cy="39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E8ECFF"/>
                </a:solidFill>
                <a:latin typeface="Segoe UI Black"/>
                <a:ea typeface="Segoe UI Black"/>
              </a:rPr>
              <a:t>Your best self</a:t>
            </a:r>
          </a:p>
          <a:p>
            <a:r>
              <a:rPr lang="en-US" sz="5200" b="1">
                <a:solidFill>
                  <a:srgbClr val="E8ECFF"/>
                </a:solidFill>
                <a:latin typeface="Segoe UI Black"/>
                <a:ea typeface="Segoe UI Black"/>
              </a:rPr>
              <a:t>is one breath</a:t>
            </a:r>
          </a:p>
          <a:p>
            <a:r>
              <a:rPr lang="en-US" sz="5200" b="1">
                <a:solidFill>
                  <a:srgbClr val="E8ECFF"/>
                </a:solidFill>
                <a:latin typeface="Segoe UI Black"/>
                <a:ea typeface="Segoe UI Black"/>
              </a:rPr>
              <a:t>away.</a:t>
            </a:r>
          </a:p>
        </p:txBody>
      </p:sp>
      <p:sp>
        <p:nvSpPr>
          <p:cNvPr id="568" name="TextBox 568"/>
          <p:cNvSpPr/>
          <p:nvPr/>
        </p:nvSpPr>
        <p:spPr>
          <a:xfrm>
            <a:off x="540000" y="5220000"/>
            <a:ext cx="5040000" cy="1008000"/>
          </a:xfrm>
          <a:prstGeom prst="roundRect">
            <a:avLst/>
          </a:prstGeom>
          <a:solidFill>
            <a:srgbClr val="7D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9" name="TextBox 569"/>
          <p:cNvSpPr/>
          <p:nvPr/>
        </p:nvSpPr>
        <p:spPr>
          <a:xfrm>
            <a:off x="540000" y="5220000"/>
            <a:ext cx="5040000" cy="100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1A3FD8"/>
                </a:solidFill>
                <a:latin typeface="Segoe UI Black"/>
                <a:ea typeface="Segoe UI Black"/>
              </a:rPr>
              <a:t>Download Free  →</a:t>
            </a:r>
          </a:p>
        </p:txBody>
      </p:sp>
      <p:sp>
        <p:nvSpPr>
          <p:cNvPr id="570" name="TextBox 570"/>
          <p:cNvSpPr/>
          <p:nvPr/>
        </p:nvSpPr>
        <p:spPr>
          <a:xfrm>
            <a:off x="540000" y="6408000"/>
            <a:ext cx="72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E8ECFF"/>
                </a:solidFill>
                <a:latin typeface="Segoe UI"/>
                <a:ea typeface="Segoe UI"/>
              </a:rPr>
              <a:t>iOS &amp; Android  ·  vitalbloom.app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