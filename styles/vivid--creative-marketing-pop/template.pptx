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41cca906db8496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b634fbb695c4771"/>
    <p:sldId id="257" r:id="R510bb9487d4b44db"/>
    <p:sldId id="258" r:id="R4cc25b4064ca480f"/>
    <p:sldId id="259" r:id="R27898bdeedaa47b3"/>
    <p:sldId id="260" r:id="Re34aacab0c0948c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b634fbb695c4771" /><Relationship Type="http://schemas.openxmlformats.org/officeDocument/2006/relationships/slide" Target="/ppt/slides/slide2.xml" Id="R510bb9487d4b44db" /><Relationship Type="http://schemas.openxmlformats.org/officeDocument/2006/relationships/slide" Target="/ppt/slides/slide3.xml" Id="R4cc25b4064ca480f" /><Relationship Type="http://schemas.openxmlformats.org/officeDocument/2006/relationships/slide" Target="/ppt/slides/slide4.xml" Id="R27898bdeedaa47b3" /><Relationship Type="http://schemas.openxmlformats.org/officeDocument/2006/relationships/slide" Target="/ppt/slides/slide5.xml" Id="Re34aacab0c0948c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cd61abe2245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40ed519be44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6b013987848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c84fc8aef460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a41a324bfb248f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2bb8e2d3941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dfb3f37e6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967aba8e41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88314468f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a5d0349c74503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E0C0"/>
        </a:solidFill>
      </p:bgPr>
    </p:bg>
    <p:spTree>
      <p:nvGrpSpPr>
        <p:cNvPr id="1" name=""/>
        <p:cNvGrpSpPr/>
        <p:nvPr/>
      </p:nvGrpSpPr>
      <p:grpSpPr/>
      <p:sp>
        <p:nvSpPr>
          <p:cNvPr id="2" name="!!blk-orange"/>
          <p:cNvSpPr/>
          <p:nvPr/>
        </p:nvSpPr>
        <p:spPr>
          <a:xfrm>
            <a:off x="0" y="0"/>
            <a:ext cx="12193200" cy="306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dark"/>
          <p:cNvSpPr/>
          <p:nvPr/>
        </p:nvSpPr>
        <p:spPr>
          <a:xfrm>
            <a:off x="0" y="3060000"/>
            <a:ext cx="5040000" cy="379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tar1"/>
          <p:cNvSpPr/>
          <p:nvPr/>
        </p:nvSpPr>
        <p:spPr>
          <a:xfrm rot="2700000">
            <a:off x="7200000" y="360000"/>
            <a:ext cx="1440000" cy="1440000"/>
          </a:xfrm>
          <a:prstGeom prst="rect">
            <a:avLst/>
          </a:prstGeom>
          <a:solidFill>
            <a:srgbClr val="F5E0C0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tar2"/>
          <p:cNvSpPr/>
          <p:nvPr/>
        </p:nvSpPr>
        <p:spPr>
          <a:xfrm rot="2700000">
            <a:off x="9360000" y="1080000"/>
            <a:ext cx="1080000" cy="1080000"/>
          </a:xfrm>
          <a:prstGeom prst="rect">
            <a:avLst/>
          </a:prstGeom>
          <a:solidFill>
            <a:srgbClr val="1A1A1A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3"/>
          <p:cNvSpPr/>
          <p:nvPr/>
        </p:nvSpPr>
        <p:spPr>
          <a:xfrm rot="2700000">
            <a:off x="720000" y="3960000"/>
            <a:ext cx="900000" cy="900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4"/>
          <p:cNvSpPr/>
          <p:nvPr/>
        </p:nvSpPr>
        <p:spPr>
          <a:xfrm rot="2700000">
            <a:off x="8640000" y="4320000"/>
            <a:ext cx="1800000" cy="180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main"/>
          <p:cNvSpPr/>
          <p:nvPr/>
        </p:nvSpPr>
        <p:spPr>
          <a:xfrm>
            <a:off x="0" y="144000"/>
            <a:ext cx="12193200" cy="280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600" b="1">
                <a:solidFill>
                  <a:srgbClr val="F5E0C0"/>
                </a:solidFill>
                <a:latin typeface="Impact"/>
                <a:ea typeface="Impact"/>
              </a:rPr>
              <a:t>MAKE NOISE</a:t>
            </a:r>
          </a:p>
        </p:txBody>
      </p:sp>
      <p:sp>
        <p:nvSpPr>
          <p:cNvPr id="9" name="!!h-sub"/>
          <p:cNvSpPr/>
          <p:nvPr/>
        </p:nvSpPr>
        <p:spPr>
          <a:xfrm>
            <a:off x="5544000" y="3312000"/>
            <a:ext cx="64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F5E0C0"/>
                </a:solidFill>
                <a:latin typeface="Impact"/>
                <a:ea typeface="Impact"/>
              </a:rPr>
              <a:t>CREATIVE MARKETING</a:t>
            </a:r>
          </a:p>
        </p:txBody>
      </p:sp>
      <p:sp>
        <p:nvSpPr>
          <p:cNvPr id="10" name="!!h-tag"/>
          <p:cNvSpPr/>
          <p:nvPr/>
        </p:nvSpPr>
        <p:spPr>
          <a:xfrm>
            <a:off x="5544000" y="5220000"/>
            <a:ext cx="57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1A1A1A"/>
                </a:solidFill>
                <a:latin typeface="Arial"/>
                <a:ea typeface="Arial"/>
              </a:rPr>
              <a:t>2025 Campaign Strategy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A1A"/>
        </a:solidFill>
      </p:bgPr>
    </p:bg>
    <p:spTree>
      <p:nvGrpSpPr>
        <p:cNvPr id="1" name=""/>
        <p:cNvGrpSpPr/>
        <p:nvPr/>
      </p:nvGrpSpPr>
      <p:grpSpPr/>
      <p:sp>
        <p:nvSpPr>
          <p:cNvPr id="2" name="!!blk-orange"/>
          <p:cNvSpPr/>
          <p:nvPr/>
        </p:nvSpPr>
        <p:spPr>
          <a:xfrm>
            <a:off x="0" y="3420000"/>
            <a:ext cx="12193200" cy="3438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sand"/>
          <p:cNvSpPr/>
          <p:nvPr/>
        </p:nvSpPr>
        <p:spPr>
          <a:xfrm>
            <a:off x="0" y="0"/>
            <a:ext cx="4320000" cy="3420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tar1"/>
          <p:cNvSpPr/>
          <p:nvPr/>
        </p:nvSpPr>
        <p:spPr>
          <a:xfrm rot="2700000">
            <a:off x="2880000" y="360000"/>
            <a:ext cx="1440000" cy="144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tar2"/>
          <p:cNvSpPr/>
          <p:nvPr/>
        </p:nvSpPr>
        <p:spPr>
          <a:xfrm rot="2700000">
            <a:off x="9720000" y="3600000"/>
            <a:ext cx="2160000" cy="2160000"/>
          </a:xfrm>
          <a:prstGeom prst="rect">
            <a:avLst/>
          </a:prstGeom>
          <a:solidFill>
            <a:srgbClr val="F5E0C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3"/>
          <p:cNvSpPr/>
          <p:nvPr/>
        </p:nvSpPr>
        <p:spPr>
          <a:xfrm rot="2700000">
            <a:off x="720000" y="4680000"/>
            <a:ext cx="1080000" cy="108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4"/>
          <p:cNvSpPr/>
          <p:nvPr/>
        </p:nvSpPr>
        <p:spPr>
          <a:xfrm rot="2700000">
            <a:off x="6480000" y="360000"/>
            <a:ext cx="1080000" cy="1080000"/>
          </a:xfrm>
          <a:prstGeom prst="rect">
            <a:avLst/>
          </a:prstGeom>
          <a:solidFill>
            <a:srgbClr val="F5E0C0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main"/>
          <p:cNvSpPr/>
          <p:nvPr/>
        </p:nvSpPr>
        <p:spPr>
          <a:xfrm>
            <a:off x="360000" y="3600000"/>
            <a:ext cx="1152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200" b="1">
                <a:solidFill>
                  <a:srgbClr val="F5E0C0"/>
                </a:solidFill>
                <a:latin typeface="Impact"/>
                <a:ea typeface="Impact"/>
              </a:rPr>
              <a:t>ATTENTION IS THE CURRENCY</a:t>
            </a:r>
          </a:p>
        </p:txBody>
      </p:sp>
      <p:sp>
        <p:nvSpPr>
          <p:cNvPr id="9" name="!!h-sub"/>
          <p:cNvSpPr/>
          <p:nvPr/>
        </p:nvSpPr>
        <p:spPr>
          <a:xfrm>
            <a:off x="4824000" y="900000"/>
            <a:ext cx="64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A09080"/>
                </a:solidFill>
                <a:latin typeface="Arial"/>
                <a:ea typeface="Arial"/>
              </a:rPr>
              <a:t>In a world of infinite scroll, disruption is the only strategy.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E0C0"/>
        </a:solidFill>
      </p:bgPr>
    </p:bg>
    <p:spTree>
      <p:nvGrpSpPr>
        <p:cNvPr id="1" name=""/>
        <p:cNvGrpSpPr/>
        <p:nvPr/>
      </p:nvGrpSpPr>
      <p:grpSpPr/>
      <p:sp>
        <p:nvSpPr>
          <p:cNvPr id="2" name="!!blk-orange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dark1"/>
          <p:cNvSpPr/>
          <p:nvPr/>
        </p:nvSpPr>
        <p:spPr>
          <a:xfrm>
            <a:off x="0" y="1980000"/>
            <a:ext cx="3600000" cy="487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dark2"/>
          <p:cNvSpPr/>
          <p:nvPr/>
        </p:nvSpPr>
        <p:spPr>
          <a:xfrm>
            <a:off x="4320000" y="1980000"/>
            <a:ext cx="3600000" cy="487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dark3"/>
          <p:cNvSpPr/>
          <p:nvPr/>
        </p:nvSpPr>
        <p:spPr>
          <a:xfrm>
            <a:off x="8640000" y="1980000"/>
            <a:ext cx="3600000" cy="487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1"/>
          <p:cNvSpPr/>
          <p:nvPr/>
        </p:nvSpPr>
        <p:spPr>
          <a:xfrm rot="2700000">
            <a:off x="3600000" y="2340000"/>
            <a:ext cx="720000" cy="72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2"/>
          <p:cNvSpPr/>
          <p:nvPr/>
        </p:nvSpPr>
        <p:spPr>
          <a:xfrm rot="2700000">
            <a:off x="7920000" y="2340000"/>
            <a:ext cx="720000" cy="72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title"/>
          <p:cNvSpPr/>
          <p:nvPr/>
        </p:nvSpPr>
        <p:spPr>
          <a:xfrm>
            <a:off x="360000" y="144000"/>
            <a:ext cx="10800000" cy="86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F5E0C0"/>
                </a:solidFill>
                <a:latin typeface="Impact"/>
                <a:ea typeface="Impact"/>
              </a:rPr>
              <a:t>3 CHANNELS</a:t>
            </a:r>
          </a:p>
        </p:txBody>
      </p:sp>
      <p:sp>
        <p:nvSpPr>
          <p:cNvPr id="9" name="!!c1-num"/>
          <p:cNvSpPr/>
          <p:nvPr/>
        </p:nvSpPr>
        <p:spPr>
          <a:xfrm>
            <a:off x="576000" y="2160000"/>
            <a:ext cx="28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E8601C"/>
                </a:solidFill>
                <a:latin typeface="Impact"/>
                <a:ea typeface="Impact"/>
              </a:rPr>
              <a:t>01</a:t>
            </a:r>
          </a:p>
        </p:txBody>
      </p:sp>
      <p:sp>
        <p:nvSpPr>
          <p:cNvPr id="10" name="!!c1-title"/>
          <p:cNvSpPr/>
          <p:nvPr/>
        </p:nvSpPr>
        <p:spPr>
          <a:xfrm>
            <a:off x="576000" y="3312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>
                <a:solidFill>
                  <a:srgbClr val="F5E0C0"/>
                </a:solidFill>
                <a:latin typeface="Impact"/>
                <a:ea typeface="Impact"/>
              </a:rPr>
              <a:t>SOCIAL</a:t>
            </a:r>
          </a:p>
        </p:txBody>
      </p:sp>
      <p:sp>
        <p:nvSpPr>
          <p:cNvPr id="11" name="!!c1-body"/>
          <p:cNvSpPr/>
          <p:nvPr/>
        </p:nvSpPr>
        <p:spPr>
          <a:xfrm>
            <a:off x="576000" y="4248000"/>
            <a:ext cx="288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C0A888"/>
                </a:solidFill>
                <a:latin typeface="Arial"/>
                <a:ea typeface="Arial"/>
              </a:rPr>
              <a:t>Organic reach amplified by community. Make every post a conversation starter.</a:t>
            </a:r>
          </a:p>
        </p:txBody>
      </p:sp>
      <p:sp>
        <p:nvSpPr>
          <p:cNvPr id="12" name="!!c2-num"/>
          <p:cNvSpPr/>
          <p:nvPr/>
        </p:nvSpPr>
        <p:spPr>
          <a:xfrm>
            <a:off x="4896000" y="2160000"/>
            <a:ext cx="28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E8601C"/>
                </a:solidFill>
                <a:latin typeface="Impact"/>
                <a:ea typeface="Impact"/>
              </a:rPr>
              <a:t>02</a:t>
            </a:r>
          </a:p>
        </p:txBody>
      </p:sp>
      <p:sp>
        <p:nvSpPr>
          <p:cNvPr id="13" name="!!c2-title"/>
          <p:cNvSpPr/>
          <p:nvPr/>
        </p:nvSpPr>
        <p:spPr>
          <a:xfrm>
            <a:off x="4896000" y="3312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>
                <a:solidFill>
                  <a:srgbClr val="F5E0C0"/>
                </a:solidFill>
                <a:latin typeface="Impact"/>
                <a:ea typeface="Impact"/>
              </a:rPr>
              <a:t>OOH</a:t>
            </a:r>
          </a:p>
        </p:txBody>
      </p:sp>
      <p:sp>
        <p:nvSpPr>
          <p:cNvPr id="14" name="!!c2-body"/>
          <p:cNvSpPr/>
          <p:nvPr/>
        </p:nvSpPr>
        <p:spPr>
          <a:xfrm>
            <a:off x="4896000" y="4248000"/>
            <a:ext cx="288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C0A888"/>
                </a:solidFill>
                <a:latin typeface="Arial"/>
                <a:ea typeface="Arial"/>
              </a:rPr>
              <a:t>Out-of-home placements designed to stop people mid-stride. Bold. Unmissable.</a:t>
            </a:r>
          </a:p>
        </p:txBody>
      </p:sp>
      <p:sp>
        <p:nvSpPr>
          <p:cNvPr id="15" name="!!c3-num"/>
          <p:cNvSpPr/>
          <p:nvPr/>
        </p:nvSpPr>
        <p:spPr>
          <a:xfrm>
            <a:off x="9216000" y="2160000"/>
            <a:ext cx="28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>
                <a:solidFill>
                  <a:srgbClr val="E8601C"/>
                </a:solidFill>
                <a:latin typeface="Impact"/>
                <a:ea typeface="Impact"/>
              </a:rPr>
              <a:t>03</a:t>
            </a:r>
          </a:p>
        </p:txBody>
      </p:sp>
      <p:sp>
        <p:nvSpPr>
          <p:cNvPr id="16" name="!!c3-title"/>
          <p:cNvSpPr/>
          <p:nvPr/>
        </p:nvSpPr>
        <p:spPr>
          <a:xfrm>
            <a:off x="9216000" y="3312000"/>
            <a:ext cx="28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>
                <a:solidFill>
                  <a:srgbClr val="F5E0C0"/>
                </a:solidFill>
                <a:latin typeface="Impact"/>
                <a:ea typeface="Impact"/>
              </a:rPr>
              <a:t>EVENTS</a:t>
            </a:r>
          </a:p>
        </p:txBody>
      </p:sp>
      <p:sp>
        <p:nvSpPr>
          <p:cNvPr id="17" name="!!c3-body"/>
          <p:cNvSpPr/>
          <p:nvPr/>
        </p:nvSpPr>
        <p:spPr>
          <a:xfrm>
            <a:off x="9216000" y="4248000"/>
            <a:ext cx="288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C0A888"/>
                </a:solidFill>
                <a:latin typeface="Arial"/>
                <a:ea typeface="Arial"/>
              </a:rPr>
              <a:t>Live experiences that turn audiences into advocates. Be the moment people talk about.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E8601C"/>
        </a:solidFill>
      </p:bgPr>
    </p:bg>
    <p:spTree>
      <p:nvGrpSpPr>
        <p:cNvPr id="1" name=""/>
        <p:cNvGrpSpPr/>
        <p:nvPr/>
      </p:nvGrpSpPr>
      <p:grpSpPr/>
      <p:sp>
        <p:nvSpPr>
          <p:cNvPr id="2" name="!!blk-sand"/>
          <p:cNvSpPr/>
          <p:nvPr/>
        </p:nvSpPr>
        <p:spPr>
          <a:xfrm>
            <a:off x="0" y="0"/>
            <a:ext cx="7200000" cy="6858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dark"/>
          <p:cNvSpPr/>
          <p:nvPr/>
        </p:nvSpPr>
        <p:spPr>
          <a:xfrm>
            <a:off x="0" y="4320000"/>
            <a:ext cx="7200000" cy="2538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tar1"/>
          <p:cNvSpPr/>
          <p:nvPr/>
        </p:nvSpPr>
        <p:spPr>
          <a:xfrm rot="2700000">
            <a:off x="5760000" y="360000"/>
            <a:ext cx="1800000" cy="180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tar2"/>
          <p:cNvSpPr/>
          <p:nvPr/>
        </p:nvSpPr>
        <p:spPr>
          <a:xfrm rot="2700000">
            <a:off x="8640000" y="1440000"/>
            <a:ext cx="2880000" cy="2880000"/>
          </a:xfrm>
          <a:prstGeom prst="rect">
            <a:avLst/>
          </a:prstGeom>
          <a:solidFill>
            <a:srgbClr val="1A1A1A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3"/>
          <p:cNvSpPr/>
          <p:nvPr/>
        </p:nvSpPr>
        <p:spPr>
          <a:xfrm rot="2700000">
            <a:off x="9360000" y="4320000"/>
            <a:ext cx="2160000" cy="2160000"/>
          </a:xfrm>
          <a:prstGeom prst="rect">
            <a:avLst/>
          </a:prstGeom>
          <a:solidFill>
            <a:srgbClr val="F5E0C0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4"/>
          <p:cNvSpPr/>
          <p:nvPr/>
        </p:nvSpPr>
        <p:spPr>
          <a:xfrm rot="2700000">
            <a:off x="720000" y="5040000"/>
            <a:ext cx="900000" cy="90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title"/>
          <p:cNvSpPr/>
          <p:nvPr/>
        </p:nvSpPr>
        <p:spPr>
          <a:xfrm>
            <a:off x="576000" y="288000"/>
            <a:ext cx="540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1A1A1A"/>
                </a:solidFill>
                <a:latin typeface="Impact"/>
                <a:ea typeface="Impact"/>
              </a:rPr>
              <a:t>RESULTS</a:t>
            </a:r>
          </a:p>
        </p:txBody>
      </p:sp>
      <p:sp>
        <p:nvSpPr>
          <p:cNvPr id="9" name="!!d1-num"/>
          <p:cNvSpPr/>
          <p:nvPr/>
        </p:nvSpPr>
        <p:spPr>
          <a:xfrm>
            <a:off x="432000" y="864000"/>
            <a:ext cx="612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>
                <a:solidFill>
                  <a:srgbClr val="E8601C"/>
                </a:solidFill>
                <a:latin typeface="Impact"/>
                <a:ea typeface="Impact"/>
              </a:rPr>
              <a:t>380%</a:t>
            </a:r>
          </a:p>
        </p:txBody>
      </p:sp>
      <p:sp>
        <p:nvSpPr>
          <p:cNvPr id="10" name="!!d1-label"/>
          <p:cNvSpPr/>
          <p:nvPr/>
        </p:nvSpPr>
        <p:spPr>
          <a:xfrm>
            <a:off x="576000" y="3024000"/>
            <a:ext cx="612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6A5040"/>
                </a:solidFill>
                <a:latin typeface="Arial"/>
                <a:ea typeface="Arial"/>
              </a:rPr>
              <a:t>ROI on social-first campaigns</a:t>
            </a:r>
          </a:p>
        </p:txBody>
      </p:sp>
      <p:sp>
        <p:nvSpPr>
          <p:cNvPr id="11" name="!!d2-num"/>
          <p:cNvSpPr/>
          <p:nvPr/>
        </p:nvSpPr>
        <p:spPr>
          <a:xfrm>
            <a:off x="576000" y="4464000"/>
            <a:ext cx="61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>
                <a:solidFill>
                  <a:srgbClr val="F5E0C0"/>
                </a:solidFill>
                <a:latin typeface="Impact"/>
                <a:ea typeface="Impact"/>
              </a:rPr>
              <a:t>12M+</a:t>
            </a:r>
          </a:p>
        </p:txBody>
      </p:sp>
      <p:sp>
        <p:nvSpPr>
          <p:cNvPr id="12" name="!!d2-label"/>
          <p:cNvSpPr/>
          <p:nvPr/>
        </p:nvSpPr>
        <p:spPr>
          <a:xfrm>
            <a:off x="576000" y="5616000"/>
            <a:ext cx="612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A09888"/>
                </a:solidFill>
                <a:latin typeface="Arial"/>
                <a:ea typeface="Arial"/>
              </a:rPr>
              <a:t>Earned media impressions in 90 days</a:t>
            </a:r>
          </a:p>
        </p:txBody>
      </p:sp>
      <p:sp>
        <p:nvSpPr>
          <p:cNvPr id="13" name="!!d3-num"/>
          <p:cNvSpPr/>
          <p:nvPr/>
        </p:nvSpPr>
        <p:spPr>
          <a:xfrm>
            <a:off x="7920000" y="1440000"/>
            <a:ext cx="36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000">
                <a:solidFill>
                  <a:srgbClr val="1A1A1A"/>
                </a:solidFill>
                <a:latin typeface="Impact"/>
                <a:ea typeface="Impact"/>
              </a:rPr>
              <a:t>#1</a:t>
            </a:r>
          </a:p>
        </p:txBody>
      </p:sp>
      <p:sp>
        <p:nvSpPr>
          <p:cNvPr id="14" name="!!d3-label"/>
          <p:cNvSpPr/>
          <p:nvPr/>
        </p:nvSpPr>
        <p:spPr>
          <a:xfrm>
            <a:off x="7920000" y="3240000"/>
            <a:ext cx="36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8601C"/>
                </a:solidFill>
                <a:latin typeface="Arial"/>
                <a:ea typeface="Arial"/>
              </a:rPr>
              <a:t>Trending topic, 3 consecutive weeks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E0C0"/>
        </a:solidFill>
      </p:bgPr>
    </p:bg>
    <p:spTree>
      <p:nvGrpSpPr>
        <p:cNvPr id="1" name=""/>
        <p:cNvGrpSpPr/>
        <p:nvPr/>
      </p:nvGrpSpPr>
      <p:grpSpPr/>
      <p:sp>
        <p:nvSpPr>
          <p:cNvPr id="2" name="!!blk-dark"/>
          <p:cNvSpPr/>
          <p:nvPr/>
        </p:nvSpPr>
        <p:spPr>
          <a:xfrm>
            <a:off x="0" y="0"/>
            <a:ext cx="12193200" cy="468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orange"/>
          <p:cNvSpPr/>
          <p:nvPr/>
        </p:nvSpPr>
        <p:spPr>
          <a:xfrm>
            <a:off x="0" y="4680000"/>
            <a:ext cx="12193200" cy="2178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tar1"/>
          <p:cNvSpPr/>
          <p:nvPr/>
        </p:nvSpPr>
        <p:spPr>
          <a:xfrm rot="2700000">
            <a:off x="0" y="1080000"/>
            <a:ext cx="1800000" cy="1800000"/>
          </a:xfrm>
          <a:prstGeom prst="rect">
            <a:avLst/>
          </a:prstGeom>
          <a:solidFill>
            <a:srgbClr val="E860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tar2"/>
          <p:cNvSpPr/>
          <p:nvPr/>
        </p:nvSpPr>
        <p:spPr>
          <a:xfrm rot="2700000">
            <a:off x="9360000" y="0"/>
            <a:ext cx="2880000" cy="2880000"/>
          </a:xfrm>
          <a:prstGeom prst="rect">
            <a:avLst/>
          </a:prstGeom>
          <a:solidFill>
            <a:srgbClr val="F5E0C0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tar3"/>
          <p:cNvSpPr/>
          <p:nvPr/>
        </p:nvSpPr>
        <p:spPr>
          <a:xfrm rot="2700000">
            <a:off x="10080000" y="5040000"/>
            <a:ext cx="1440000" cy="144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tar4"/>
          <p:cNvSpPr/>
          <p:nvPr/>
        </p:nvSpPr>
        <p:spPr>
          <a:xfrm rot="2700000">
            <a:off x="2880000" y="5220000"/>
            <a:ext cx="1080000" cy="1080000"/>
          </a:xfrm>
          <a:prstGeom prst="rect">
            <a:avLst/>
          </a:prstGeom>
          <a:solidFill>
            <a:srgbClr val="F5E0C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-main"/>
          <p:cNvSpPr/>
          <p:nvPr/>
        </p:nvSpPr>
        <p:spPr>
          <a:xfrm>
            <a:off x="360000" y="720000"/>
            <a:ext cx="1152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5E0C0"/>
                </a:solidFill>
                <a:latin typeface="Impact"/>
                <a:ea typeface="Impact"/>
              </a:rPr>
              <a:t>GO BOLD OR GO HOME</a:t>
            </a:r>
          </a:p>
        </p:txBody>
      </p:sp>
      <p:sp>
        <p:nvSpPr>
          <p:cNvPr id="9" name="!!h-sub"/>
          <p:cNvSpPr/>
          <p:nvPr/>
        </p:nvSpPr>
        <p:spPr>
          <a:xfrm>
            <a:off x="576000" y="4968000"/>
            <a:ext cx="86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F5E0C0"/>
                </a:solidFill>
                <a:latin typeface="Arial"/>
                <a:ea typeface="Arial"/>
              </a:rPr>
              <a:t>The brief is ready. The strategy is set. Now it is time to execute.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