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9dd39dc5a404c2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70a914c66834823"/>
    <p:sldId id="257" r:id="Rdec3983757f042e3"/>
    <p:sldId id="258" r:id="Rb7cb722abec84ef5"/>
    <p:sldId id="259" r:id="Rf72cd8cca9214e28"/>
    <p:sldId id="260" r:id="Rfebb253f119d4ac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70a914c66834823" /><Relationship Type="http://schemas.openxmlformats.org/officeDocument/2006/relationships/slide" Target="/ppt/slides/slide2.xml" Id="Rdec3983757f042e3" /><Relationship Type="http://schemas.openxmlformats.org/officeDocument/2006/relationships/slide" Target="/ppt/slides/slide3.xml" Id="Rb7cb722abec84ef5" /><Relationship Type="http://schemas.openxmlformats.org/officeDocument/2006/relationships/slide" Target="/ppt/slides/slide4.xml" Id="Rf72cd8cca9214e28" /><Relationship Type="http://schemas.openxmlformats.org/officeDocument/2006/relationships/slide" Target="/ppt/slides/slide5.xml" Id="Rfebb253f119d4ac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393fb4e314a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aa55a2f6547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919b2169f4b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65a6a946f4f5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5d200b536d64cb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6a96c749349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1b8d246e2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92bfeab854a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0aee4bf7441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c12b0da074615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5040000" cy="6858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5040000" y="5040000"/>
            <a:ext cx="7153200" cy="1818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5760000" y="0"/>
            <a:ext cx="2880000" cy="28800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ar-1"/>
          <p:cNvSpPr/>
          <p:nvPr/>
        </p:nvSpPr>
        <p:spPr>
          <a:xfrm>
            <a:off x="5040000" y="2988000"/>
            <a:ext cx="7153200" cy="144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9000000" y="3420000"/>
            <a:ext cx="900000" cy="90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  <a:solidFill>
            <a:srgbClr val="1C1C1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76000" y="1080000"/>
            <a:ext cx="3600000" cy="29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FFFF"/>
                </a:solidFill>
                <a:latin typeface="Arial"/>
                <a:ea typeface="Arial"/>
              </a:rPr>
              <a:t>DESIGN</a:t>
            </a:r>
          </a:p>
          <a:p>
            <a:r>
              <a:rPr lang="en-US" sz="6400" b="1">
                <a:solidFill>
                  <a:srgbClr val="FFFFFF"/>
                </a:solidFill>
                <a:latin typeface="Arial"/>
                <a:ea typeface="Arial"/>
              </a:rPr>
              <a:t>THINKING</a:t>
            </a:r>
          </a:p>
        </p:txBody>
      </p:sp>
      <p:sp>
        <p:nvSpPr>
          <p:cNvPr id="11" name="!!h-sub"/>
          <p:cNvSpPr/>
          <p:nvPr/>
        </p:nvSpPr>
        <p:spPr>
          <a:xfrm>
            <a:off x="5400000" y="3240000"/>
            <a:ext cx="61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C1C1C"/>
                </a:solidFill>
                <a:latin typeface="Arial"/>
                <a:ea typeface="Arial"/>
              </a:rPr>
              <a:t>INNOVATION WORKSHOP 2025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12193200" cy="198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0" y="1980000"/>
            <a:ext cx="12193200" cy="4878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9720000" y="1980000"/>
            <a:ext cx="2473200" cy="216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ar-1"/>
          <p:cNvSpPr/>
          <p:nvPr/>
        </p:nvSpPr>
        <p:spPr>
          <a:xfrm>
            <a:off x="0" y="3780000"/>
            <a:ext cx="12193200" cy="720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720000" y="4320000"/>
            <a:ext cx="540000" cy="5400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800000" y="4248000"/>
            <a:ext cx="720000" cy="72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0" y="1980000"/>
            <a:ext cx="5040000" cy="487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400000" y="288000"/>
            <a:ext cx="61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Arial"/>
                <a:ea typeface="Arial"/>
              </a:rPr>
              <a:t>5 STAGES</a:t>
            </a:r>
          </a:p>
        </p:txBody>
      </p:sp>
      <p:sp>
        <p:nvSpPr>
          <p:cNvPr id="11" name="!!h-sub"/>
          <p:cNvSpPr/>
          <p:nvPr/>
        </p:nvSpPr>
        <p:spPr>
          <a:xfrm>
            <a:off x="5400000" y="4140000"/>
            <a:ext cx="61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CCCCCC"/>
                </a:solidFill>
                <a:latin typeface="Arial"/>
                <a:ea typeface="Arial"/>
              </a:rPr>
              <a:t>Empathize — Define — Ideate — Prototype — Test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2628000"/>
            <a:ext cx="12193200" cy="792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0" y="0"/>
            <a:ext cx="12193200" cy="2628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8640000" y="3420000"/>
            <a:ext cx="3553200" cy="3438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ar-1"/>
          <p:cNvSpPr/>
          <p:nvPr/>
        </p:nvSpPr>
        <p:spPr>
          <a:xfrm>
            <a:off x="0" y="2556000"/>
            <a:ext cx="12193200" cy="72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720000" y="3600000"/>
            <a:ext cx="720000" cy="72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800000" y="3600000"/>
            <a:ext cx="720000" cy="720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4320000" y="0"/>
            <a:ext cx="7873200" cy="262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76000" y="540000"/>
            <a:ext cx="36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Arial"/>
                <a:ea typeface="Arial"/>
              </a:rPr>
              <a:t>THE INSIGHT</a:t>
            </a:r>
          </a:p>
        </p:txBody>
      </p:sp>
      <p:sp>
        <p:nvSpPr>
          <p:cNvPr id="11" name="!!h-sub"/>
          <p:cNvSpPr/>
          <p:nvPr/>
        </p:nvSpPr>
        <p:spPr>
          <a:xfrm>
            <a:off x="576000" y="3780000"/>
            <a:ext cx="75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1C1C1C"/>
                </a:solidFill>
                <a:latin typeface="Arial"/>
                <a:ea typeface="Arial"/>
              </a:rPr>
              <a:t>Users do not want features.</a:t>
            </a:r>
          </a:p>
          <a:p>
            <a:r>
              <a:rPr lang="en-US" sz="1800">
                <a:solidFill>
                  <a:srgbClr val="1C1C1C"/>
                </a:solidFill>
                <a:latin typeface="Arial"/>
                <a:ea typeface="Arial"/>
              </a:rPr>
              <a:t>They want outcomes.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3240000"/>
            <a:ext cx="12193200" cy="3618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0" y="0"/>
            <a:ext cx="12193200" cy="3240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9360000" y="0"/>
            <a:ext cx="2833200" cy="324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ar-1"/>
          <p:cNvSpPr/>
          <p:nvPr/>
        </p:nvSpPr>
        <p:spPr>
          <a:xfrm>
            <a:off x="0" y="3240000"/>
            <a:ext cx="12193200" cy="72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720000" y="180000"/>
            <a:ext cx="10800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  <a:solidFill>
            <a:srgbClr val="1C1C1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0" y="0"/>
            <a:ext cx="9360000" cy="324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76000" y="3528000"/>
            <a:ext cx="43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8000" b="1">
                <a:solidFill>
                  <a:srgbClr val="FFFFFF"/>
                </a:solidFill>
                <a:latin typeface="Arial"/>
                <a:ea typeface="Arial"/>
              </a:rPr>
              <a:t>87%</a:t>
            </a:r>
          </a:p>
        </p:txBody>
      </p:sp>
      <p:sp>
        <p:nvSpPr>
          <p:cNvPr id="11" name="!!h-sub"/>
          <p:cNvSpPr/>
          <p:nvPr/>
        </p:nvSpPr>
        <p:spPr>
          <a:xfrm>
            <a:off x="5400000" y="3780000"/>
            <a:ext cx="612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FFFFFF"/>
                </a:solidFill>
                <a:latin typeface="Arial"/>
                <a:ea typeface="Arial"/>
              </a:rPr>
              <a:t>Of teams report breakthrough ideas</a:t>
            </a:r>
          </a:p>
          <a:p>
            <a:r>
              <a:rPr lang="en-US" sz="1500">
                <a:solidFill>
                  <a:srgbClr val="FFFFFF"/>
                </a:solidFill>
                <a:latin typeface="Arial"/>
                <a:ea typeface="Arial"/>
              </a:rPr>
              <a:t>emerge from diverse perspectives.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E63322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0" y="4500000"/>
            <a:ext cx="12193200" cy="2358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10080000" y="0"/>
            <a:ext cx="2113200" cy="45000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ar-1"/>
          <p:cNvSpPr/>
          <p:nvPr/>
        </p:nvSpPr>
        <p:spPr>
          <a:xfrm>
            <a:off x="0" y="4500000"/>
            <a:ext cx="12193200" cy="10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576000" y="4860000"/>
            <a:ext cx="900000" cy="90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980000" y="4968000"/>
            <a:ext cx="540000" cy="54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76000" y="540000"/>
            <a:ext cx="9000000" cy="352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800" b="1">
                <a:solidFill>
                  <a:srgbClr val="FFFFFF"/>
                </a:solidFill>
                <a:latin typeface="Arial"/>
                <a:ea typeface="Arial"/>
              </a:rPr>
              <a:t>START</a:t>
            </a:r>
          </a:p>
          <a:p>
            <a:r>
              <a:rPr lang="en-US" sz="6800" b="1">
                <a:solidFill>
                  <a:srgbClr val="FFFFFF"/>
                </a:solidFill>
                <a:latin typeface="Arial"/>
                <a:ea typeface="Arial"/>
              </a:rPr>
              <a:t>BUILDING.</a:t>
            </a:r>
          </a:p>
        </p:txBody>
      </p:sp>
      <p:sp>
        <p:nvSpPr>
          <p:cNvPr id="11" name="!!h-sub"/>
          <p:cNvSpPr/>
          <p:nvPr/>
        </p:nvSpPr>
        <p:spPr>
          <a:xfrm>
            <a:off x="576000" y="5040000"/>
            <a:ext cx="864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CCCCCC"/>
                </a:solidFill>
                <a:latin typeface="Arial"/>
                <a:ea typeface="Arial"/>
              </a:rPr>
              <a:t>workshop@company.com  |  Book your session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