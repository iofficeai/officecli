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97e95fe6e8641a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43f0b61d513c45f5"/>
    <p:sldId id="257" r:id="R92a6b3a6fb75484b"/>
    <p:sldId id="258" r:id="R99f6dffe923b4e84"/>
    <p:sldId id="259" r:id="Rca1b13ef8759438a"/>
    <p:sldId id="260" r:id="R2772e50bfdac40d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3f0b61d513c45f5" /><Relationship Type="http://schemas.openxmlformats.org/officeDocument/2006/relationships/slide" Target="/ppt/slides/slide2.xml" Id="R92a6b3a6fb75484b" /><Relationship Type="http://schemas.openxmlformats.org/officeDocument/2006/relationships/slide" Target="/ppt/slides/slide3.xml" Id="R99f6dffe923b4e84" /><Relationship Type="http://schemas.openxmlformats.org/officeDocument/2006/relationships/slide" Target="/ppt/slides/slide4.xml" Id="Rca1b13ef8759438a" /><Relationship Type="http://schemas.openxmlformats.org/officeDocument/2006/relationships/slide" Target="/ppt/slides/slide5.xml" Id="R2772e50bfdac40d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2ab1c41df4b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aab3fbfb948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b7257ed1b46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c1b4786784db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aba9b2561ff4d6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f4f4dd09342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9e60da9c840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32b85233348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aed6d0e164a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9753b930d46b2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!!blk-navy"/>
          <p:cNvSpPr/>
          <p:nvPr/>
        </p:nvSpPr>
        <p:spPr>
          <a:xfrm>
            <a:off x="6840000" y="0"/>
            <a:ext cx="2520000" cy="4320000"/>
          </a:xfrm>
          <a:prstGeom prst="rect">
            <a:avLst/>
          </a:prstGeom>
          <a:solidFill>
            <a:srgbClr val="162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blue"/>
          <p:cNvSpPr/>
          <p:nvPr/>
        </p:nvSpPr>
        <p:spPr>
          <a:xfrm>
            <a:off x="9360000" y="0"/>
            <a:ext cx="2880000" cy="2880000"/>
          </a:xfrm>
          <a:prstGeom prst="rect">
            <a:avLst/>
          </a:prstGeom>
          <a:solidFill>
            <a:srgbClr val="1A6B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cyan"/>
          <p:cNvSpPr/>
          <p:nvPr/>
        </p:nvSpPr>
        <p:spPr>
          <a:xfrm>
            <a:off x="9360000" y="2880000"/>
            <a:ext cx="1440000" cy="1440000"/>
          </a:xfrm>
          <a:prstGeom prst="rect">
            <a:avLst/>
          </a:prstGeom>
          <a:solidFill>
            <a:srgbClr val="00C9D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lk-orange"/>
          <p:cNvSpPr/>
          <p:nvPr/>
        </p:nvSpPr>
        <p:spPr>
          <a:xfrm>
            <a:off x="10800000" y="2880000"/>
            <a:ext cx="1440000" cy="2880000"/>
          </a:xfrm>
          <a:prstGeom prst="rect">
            <a:avLst/>
          </a:prstGeom>
          <a:solidFill>
            <a:srgbClr val="F4713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k-green"/>
          <p:cNvSpPr/>
          <p:nvPr/>
        </p:nvSpPr>
        <p:spPr>
          <a:xfrm>
            <a:off x="6840000" y="4320000"/>
            <a:ext cx="1440000" cy="2520000"/>
          </a:xfrm>
          <a:prstGeom prst="rect">
            <a:avLst/>
          </a:prstGeom>
          <a:solidFill>
            <a:srgbClr val="7EC8A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blk-pink"/>
          <p:cNvSpPr/>
          <p:nvPr/>
        </p:nvSpPr>
        <p:spPr>
          <a:xfrm>
            <a:off x="8280000" y="5040000"/>
            <a:ext cx="1080000" cy="1818000"/>
          </a:xfrm>
          <a:prstGeom prst="rect">
            <a:avLst/>
          </a:prstGeom>
          <a:solidFill>
            <a:srgbClr val="E8749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tag-line"/>
          <p:cNvSpPr/>
          <p:nvPr/>
        </p:nvSpPr>
        <p:spPr>
          <a:xfrm>
            <a:off x="576000" y="432000"/>
            <a:ext cx="43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9A9080"/>
                </a:solidFill>
                <a:latin typeface="Arial"/>
                <a:ea typeface="Arial"/>
              </a:rPr>
              <a:t>BRAND STRATEGY</a:t>
            </a:r>
          </a:p>
        </p:txBody>
      </p:sp>
      <p:sp>
        <p:nvSpPr>
          <p:cNvPr id="9" name="!!h-title"/>
          <p:cNvSpPr/>
          <p:nvPr/>
        </p:nvSpPr>
        <p:spPr>
          <a:xfrm>
            <a:off x="576000" y="1440000"/>
            <a:ext cx="5760000" cy="25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800" b="1">
                <a:solidFill>
                  <a:srgbClr val="162040"/>
                </a:solidFill>
                <a:latin typeface="Arial"/>
                <a:ea typeface="Arial"/>
              </a:rPr>
              <a:t>Brand Refresh 2025</a:t>
            </a:r>
          </a:p>
        </p:txBody>
      </p:sp>
      <p:sp>
        <p:nvSpPr>
          <p:cNvPr id="10" name="!!h-sub"/>
          <p:cNvSpPr/>
          <p:nvPr/>
        </p:nvSpPr>
        <p:spPr>
          <a:xfrm>
            <a:off x="576000" y="4860000"/>
            <a:ext cx="54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B6355"/>
                </a:solidFill>
                <a:latin typeface="Arial"/>
                <a:ea typeface="Arial"/>
              </a:rPr>
              <a:t>A new visual language for the next era of growth</a:t>
            </a:r>
          </a:p>
        </p:txBody>
      </p:sp>
      <p:sp>
        <p:nvSpPr>
          <p:cNvPr id="11" name="!!dot-accent"/>
          <p:cNvSpPr/>
          <p:nvPr/>
        </p:nvSpPr>
        <p:spPr>
          <a:xfrm>
            <a:off x="576000" y="4752000"/>
            <a:ext cx="180000" cy="180000"/>
          </a:xfrm>
          <a:prstGeom prst="ellipse">
            <a:avLst/>
          </a:prstGeom>
          <a:solidFill>
            <a:srgbClr val="F4713A"/>
          </a:solidFill>
        </p:spPr>
        <p:txBody>
          <a:bodyPr/>
          <a:lstStyle/>
          <a:p>
            <a:r>
              <a:rPr lang="en-US"/>
              <a:t/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62040"/>
        </a:solidFill>
      </p:bgPr>
    </p:bg>
    <p:spTree>
      <p:nvGrpSpPr>
        <p:cNvPr id="1" name=""/>
        <p:cNvGrpSpPr/>
        <p:nvPr/>
      </p:nvGrpSpPr>
      <p:grpSpPr/>
      <p:sp>
        <p:nvSpPr>
          <p:cNvPr id="2" name="!!blk-blue"/>
          <p:cNvSpPr/>
          <p:nvPr/>
        </p:nvSpPr>
        <p:spPr>
          <a:xfrm>
            <a:off x="0" y="0"/>
            <a:ext cx="2160000" cy="6858000"/>
          </a:xfrm>
          <a:prstGeom prst="rect">
            <a:avLst/>
          </a:prstGeom>
          <a:solidFill>
            <a:srgbClr val="1A6B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orange"/>
          <p:cNvSpPr/>
          <p:nvPr/>
        </p:nvSpPr>
        <p:spPr>
          <a:xfrm>
            <a:off x="0" y="0"/>
            <a:ext cx="2160000" cy="2160000"/>
          </a:xfrm>
          <a:prstGeom prst="rect">
            <a:avLst/>
          </a:prstGeom>
          <a:solidFill>
            <a:srgbClr val="F4713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cyan"/>
          <p:cNvSpPr/>
          <p:nvPr/>
        </p:nvSpPr>
        <p:spPr>
          <a:xfrm>
            <a:off x="9720000" y="3960000"/>
            <a:ext cx="2520000" cy="2898000"/>
          </a:xfrm>
          <a:prstGeom prst="rect">
            <a:avLst/>
          </a:prstGeom>
          <a:solidFill>
            <a:srgbClr val="00C9D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lk-green"/>
          <p:cNvSpPr/>
          <p:nvPr/>
        </p:nvSpPr>
        <p:spPr>
          <a:xfrm>
            <a:off x="9720000" y="0"/>
            <a:ext cx="2520000" cy="1800000"/>
          </a:xfrm>
          <a:prstGeom prst="rect">
            <a:avLst/>
          </a:prstGeom>
          <a:solidFill>
            <a:srgbClr val="7EC8A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k-pink"/>
          <p:cNvSpPr/>
          <p:nvPr/>
        </p:nvSpPr>
        <p:spPr>
          <a:xfrm>
            <a:off x="9720000" y="1800000"/>
            <a:ext cx="2520000" cy="2160000"/>
          </a:xfrm>
          <a:prstGeom prst="rect">
            <a:avLst/>
          </a:prstGeom>
          <a:solidFill>
            <a:srgbClr val="E8749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blk-navy"/>
          <p:cNvSpPr/>
          <p:nvPr/>
        </p:nvSpPr>
        <p:spPr>
          <a:xfrm>
            <a:off x="2160000" y="5400000"/>
            <a:ext cx="7560000" cy="1458000"/>
          </a:xfrm>
          <a:prstGeom prst="rect">
            <a:avLst/>
          </a:prstGeom>
          <a:solidFill>
            <a:srgbClr val="0A0F1E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-title"/>
          <p:cNvSpPr/>
          <p:nvPr/>
        </p:nvSpPr>
        <p:spPr>
          <a:xfrm>
            <a:off x="2736000" y="1980000"/>
            <a:ext cx="648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5F0E8"/>
                </a:solidFill>
                <a:latin typeface="Arial"/>
                <a:ea typeface="Arial"/>
              </a:rPr>
              <a:t>Clarity beats complexity.</a:t>
            </a:r>
          </a:p>
        </p:txBody>
      </p:sp>
      <p:sp>
        <p:nvSpPr>
          <p:cNvPr id="9" name="!!h-sub"/>
          <p:cNvSpPr/>
          <p:nvPr/>
        </p:nvSpPr>
        <p:spPr>
          <a:xfrm>
            <a:off x="2736000" y="4680000"/>
            <a:ext cx="612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700">
                <a:solidFill>
                  <a:srgbClr val="A09888"/>
                </a:solidFill>
                <a:latin typeface="Arial"/>
                <a:ea typeface="Arial"/>
              </a:rPr>
              <a:t>The strongest brands say less — and mean more.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!!blk-navy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62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blue"/>
          <p:cNvSpPr/>
          <p:nvPr/>
        </p:nvSpPr>
        <p:spPr>
          <a:xfrm>
            <a:off x="576000" y="1440000"/>
            <a:ext cx="3312000" cy="4752000"/>
          </a:xfrm>
          <a:prstGeom prst="rect">
            <a:avLst/>
          </a:prstGeom>
          <a:solidFill>
            <a:srgbClr val="1A6B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orange"/>
          <p:cNvSpPr/>
          <p:nvPr/>
        </p:nvSpPr>
        <p:spPr>
          <a:xfrm>
            <a:off x="4464000" y="1440000"/>
            <a:ext cx="3312000" cy="4752000"/>
          </a:xfrm>
          <a:prstGeom prst="rect">
            <a:avLst/>
          </a:prstGeom>
          <a:solidFill>
            <a:srgbClr val="F4713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lk-cyan"/>
          <p:cNvSpPr/>
          <p:nvPr/>
        </p:nvSpPr>
        <p:spPr>
          <a:xfrm>
            <a:off x="8352000" y="1440000"/>
            <a:ext cx="3312000" cy="4752000"/>
          </a:xfrm>
          <a:prstGeom prst="rect">
            <a:avLst/>
          </a:prstGeom>
          <a:solidFill>
            <a:srgbClr val="00C9D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k-green"/>
          <p:cNvSpPr/>
          <p:nvPr/>
        </p:nvSpPr>
        <p:spPr>
          <a:xfrm>
            <a:off x="0" y="6138000"/>
            <a:ext cx="3960000" cy="720000"/>
          </a:xfrm>
          <a:prstGeom prst="rect">
            <a:avLst/>
          </a:prstGeom>
          <a:solidFill>
            <a:srgbClr val="7EC8A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blk-pink"/>
          <p:cNvSpPr/>
          <p:nvPr/>
        </p:nvSpPr>
        <p:spPr>
          <a:xfrm>
            <a:off x="3960000" y="6138000"/>
            <a:ext cx="3960000" cy="720000"/>
          </a:xfrm>
          <a:prstGeom prst="rect">
            <a:avLst/>
          </a:prstGeom>
          <a:solidFill>
            <a:srgbClr val="E8749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-title"/>
          <p:cNvSpPr/>
          <p:nvPr/>
        </p:nvSpPr>
        <p:spPr>
          <a:xfrm>
            <a:off x="576000" y="144000"/>
            <a:ext cx="7200000" cy="57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F5F0E8"/>
                </a:solidFill>
                <a:latin typeface="Arial"/>
                <a:ea typeface="Arial"/>
              </a:rPr>
              <a:t>Three Pillars</a:t>
            </a:r>
          </a:p>
        </p:txBody>
      </p:sp>
      <p:sp>
        <p:nvSpPr>
          <p:cNvPr id="9" name="!!p1-num"/>
          <p:cNvSpPr/>
          <p:nvPr/>
        </p:nvSpPr>
        <p:spPr>
          <a:xfrm>
            <a:off x="792000" y="1656000"/>
            <a:ext cx="144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5F0E8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0" name="!!p1-title"/>
          <p:cNvSpPr/>
          <p:nvPr/>
        </p:nvSpPr>
        <p:spPr>
          <a:xfrm>
            <a:off x="792000" y="2160000"/>
            <a:ext cx="2880000" cy="86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 b="1">
                <a:solidFill>
                  <a:srgbClr val="F5F0E8"/>
                </a:solidFill>
                <a:latin typeface="Arial"/>
                <a:ea typeface="Arial"/>
              </a:rPr>
              <a:t>Identity</a:t>
            </a:r>
          </a:p>
        </p:txBody>
      </p:sp>
      <p:sp>
        <p:nvSpPr>
          <p:cNvPr id="11" name="!!p1-body"/>
          <p:cNvSpPr/>
          <p:nvPr/>
        </p:nvSpPr>
        <p:spPr>
          <a:xfrm>
            <a:off x="792000" y="3168000"/>
            <a:ext cx="288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E8E0D4"/>
                </a:solidFill>
                <a:latin typeface="Arial"/>
                <a:ea typeface="Arial"/>
              </a:rPr>
              <a:t>A consistent visual system that speaks before words do.</a:t>
            </a:r>
          </a:p>
        </p:txBody>
      </p:sp>
      <p:sp>
        <p:nvSpPr>
          <p:cNvPr id="12" name="!!p2-num"/>
          <p:cNvSpPr/>
          <p:nvPr/>
        </p:nvSpPr>
        <p:spPr>
          <a:xfrm>
            <a:off x="4680000" y="1656000"/>
            <a:ext cx="144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5F0E8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3" name="!!p2-title"/>
          <p:cNvSpPr/>
          <p:nvPr/>
        </p:nvSpPr>
        <p:spPr>
          <a:xfrm>
            <a:off x="4680000" y="2160000"/>
            <a:ext cx="2880000" cy="86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 b="1">
                <a:solidFill>
                  <a:srgbClr val="F5F0E8"/>
                </a:solidFill>
                <a:latin typeface="Arial"/>
                <a:ea typeface="Arial"/>
              </a:rPr>
              <a:t>Voice</a:t>
            </a:r>
          </a:p>
        </p:txBody>
      </p:sp>
      <p:sp>
        <p:nvSpPr>
          <p:cNvPr id="14" name="!!p2-body"/>
          <p:cNvSpPr/>
          <p:nvPr/>
        </p:nvSpPr>
        <p:spPr>
          <a:xfrm>
            <a:off x="4680000" y="3168000"/>
            <a:ext cx="288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E8E0D4"/>
                </a:solidFill>
                <a:latin typeface="Arial"/>
                <a:ea typeface="Arial"/>
              </a:rPr>
              <a:t>The tone and language that builds trust across every touchpoint.</a:t>
            </a:r>
          </a:p>
        </p:txBody>
      </p:sp>
      <p:sp>
        <p:nvSpPr>
          <p:cNvPr id="15" name="!!p3-num"/>
          <p:cNvSpPr/>
          <p:nvPr/>
        </p:nvSpPr>
        <p:spPr>
          <a:xfrm>
            <a:off x="8568000" y="1656000"/>
            <a:ext cx="144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5F0E8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6" name="!!p3-title"/>
          <p:cNvSpPr/>
          <p:nvPr/>
        </p:nvSpPr>
        <p:spPr>
          <a:xfrm>
            <a:off x="8568000" y="2160000"/>
            <a:ext cx="2880000" cy="86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 b="1">
                <a:solidFill>
                  <a:srgbClr val="F5F0E8"/>
                </a:solidFill>
                <a:latin typeface="Arial"/>
                <a:ea typeface="Arial"/>
              </a:rPr>
              <a:t>Experience</a:t>
            </a:r>
          </a:p>
        </p:txBody>
      </p:sp>
      <p:sp>
        <p:nvSpPr>
          <p:cNvPr id="17" name="!!p3-body"/>
          <p:cNvSpPr/>
          <p:nvPr/>
        </p:nvSpPr>
        <p:spPr>
          <a:xfrm>
            <a:off x="8568000" y="3168000"/>
            <a:ext cx="288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E8E0D4"/>
                </a:solidFill>
                <a:latin typeface="Arial"/>
                <a:ea typeface="Arial"/>
              </a:rPr>
              <a:t>Every interaction, designed with purpose and precision.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!!blk-blue"/>
          <p:cNvSpPr/>
          <p:nvPr/>
        </p:nvSpPr>
        <p:spPr>
          <a:xfrm>
            <a:off x="0" y="1296000"/>
            <a:ext cx="5760000" cy="3420000"/>
          </a:xfrm>
          <a:prstGeom prst="rect">
            <a:avLst/>
          </a:prstGeom>
          <a:solidFill>
            <a:srgbClr val="1A6B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navy"/>
          <p:cNvSpPr/>
          <p:nvPr/>
        </p:nvSpPr>
        <p:spPr>
          <a:xfrm>
            <a:off x="0" y="4716000"/>
            <a:ext cx="5760000" cy="2160000"/>
          </a:xfrm>
          <a:prstGeom prst="rect">
            <a:avLst/>
          </a:prstGeom>
          <a:solidFill>
            <a:srgbClr val="162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orange"/>
          <p:cNvSpPr/>
          <p:nvPr/>
        </p:nvSpPr>
        <p:spPr>
          <a:xfrm>
            <a:off x="5760000" y="4140000"/>
            <a:ext cx="6480000" cy="2718000"/>
          </a:xfrm>
          <a:prstGeom prst="rect">
            <a:avLst/>
          </a:prstGeom>
          <a:solidFill>
            <a:srgbClr val="F4713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lk-cyan"/>
          <p:cNvSpPr/>
          <p:nvPr/>
        </p:nvSpPr>
        <p:spPr>
          <a:xfrm>
            <a:off x="5760000" y="0"/>
            <a:ext cx="3240000" cy="2160000"/>
          </a:xfrm>
          <a:prstGeom prst="rect">
            <a:avLst/>
          </a:prstGeom>
          <a:solidFill>
            <a:srgbClr val="00C9D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k-pink"/>
          <p:cNvSpPr/>
          <p:nvPr/>
        </p:nvSpPr>
        <p:spPr>
          <a:xfrm>
            <a:off x="9000000" y="0"/>
            <a:ext cx="3240000" cy="2160000"/>
          </a:xfrm>
          <a:prstGeom prst="rect">
            <a:avLst/>
          </a:prstGeom>
          <a:solidFill>
            <a:srgbClr val="E8749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blk-green"/>
          <p:cNvSpPr/>
          <p:nvPr/>
        </p:nvSpPr>
        <p:spPr>
          <a:xfrm>
            <a:off x="5760000" y="2160000"/>
            <a:ext cx="6480000" cy="1980000"/>
          </a:xfrm>
          <a:prstGeom prst="rect">
            <a:avLst/>
          </a:prstGeom>
          <a:solidFill>
            <a:srgbClr val="7EC8A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-title"/>
          <p:cNvSpPr/>
          <p:nvPr/>
        </p:nvSpPr>
        <p:spPr>
          <a:xfrm>
            <a:off x="576000" y="216000"/>
            <a:ext cx="5400000" cy="57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162040"/>
                </a:solidFill>
                <a:latin typeface="Arial"/>
                <a:ea typeface="Arial"/>
              </a:rPr>
              <a:t>The Numbers</a:t>
            </a:r>
          </a:p>
        </p:txBody>
      </p:sp>
      <p:sp>
        <p:nvSpPr>
          <p:cNvPr id="9" name="!!d1-num"/>
          <p:cNvSpPr/>
          <p:nvPr/>
        </p:nvSpPr>
        <p:spPr>
          <a:xfrm>
            <a:off x="360000" y="1584000"/>
            <a:ext cx="504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5F0E8"/>
                </a:solidFill>
                <a:latin typeface="Arial"/>
                <a:ea typeface="Arial"/>
              </a:rPr>
              <a:t>+42%</a:t>
            </a:r>
          </a:p>
        </p:txBody>
      </p:sp>
      <p:sp>
        <p:nvSpPr>
          <p:cNvPr id="10" name="!!d1-label"/>
          <p:cNvSpPr/>
          <p:nvPr/>
        </p:nvSpPr>
        <p:spPr>
          <a:xfrm>
            <a:off x="360000" y="2952000"/>
            <a:ext cx="5040000" cy="57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C8E0F5"/>
                </a:solidFill>
                <a:latin typeface="Arial"/>
                <a:ea typeface="Arial"/>
              </a:rPr>
              <a:t>Brand recognition lift after refresh</a:t>
            </a:r>
          </a:p>
        </p:txBody>
      </p:sp>
      <p:sp>
        <p:nvSpPr>
          <p:cNvPr id="11" name="!!d2-num"/>
          <p:cNvSpPr/>
          <p:nvPr/>
        </p:nvSpPr>
        <p:spPr>
          <a:xfrm>
            <a:off x="6120000" y="2376000"/>
            <a:ext cx="50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162040"/>
                </a:solidFill>
                <a:latin typeface="Arial"/>
                <a:ea typeface="Arial"/>
              </a:rPr>
              <a:t>2.8x</a:t>
            </a:r>
          </a:p>
        </p:txBody>
      </p:sp>
      <p:sp>
        <p:nvSpPr>
          <p:cNvPr id="12" name="!!d2-label"/>
          <p:cNvSpPr/>
          <p:nvPr/>
        </p:nvSpPr>
        <p:spPr>
          <a:xfrm>
            <a:off x="6120000" y="3384000"/>
            <a:ext cx="5040000" cy="57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3A5040"/>
                </a:solidFill>
                <a:latin typeface="Arial"/>
                <a:ea typeface="Arial"/>
              </a:rPr>
              <a:t>Engagement rate increase</a:t>
            </a:r>
          </a:p>
        </p:txBody>
      </p:sp>
      <p:sp>
        <p:nvSpPr>
          <p:cNvPr id="13" name="!!d3-num"/>
          <p:cNvSpPr/>
          <p:nvPr/>
        </p:nvSpPr>
        <p:spPr>
          <a:xfrm>
            <a:off x="6120000" y="4392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F5F0E8"/>
                </a:solidFill>
                <a:latin typeface="Arial"/>
                <a:ea typeface="Arial"/>
              </a:rPr>
              <a:t>89</a:t>
            </a:r>
          </a:p>
        </p:txBody>
      </p:sp>
      <p:sp>
        <p:nvSpPr>
          <p:cNvPr id="14" name="!!d3-label"/>
          <p:cNvSpPr/>
          <p:nvPr/>
        </p:nvSpPr>
        <p:spPr>
          <a:xfrm>
            <a:off x="6120000" y="5400000"/>
            <a:ext cx="5040000" cy="57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F5D0C0"/>
                </a:solidFill>
                <a:latin typeface="Arial"/>
                <a:ea typeface="Arial"/>
              </a:rPr>
              <a:t>Net Promoter Score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!!blk-navy"/>
          <p:cNvSpPr/>
          <p:nvPr/>
        </p:nvSpPr>
        <p:spPr>
          <a:xfrm>
            <a:off x="0" y="0"/>
            <a:ext cx="12193200" cy="3960000"/>
          </a:xfrm>
          <a:prstGeom prst="rect">
            <a:avLst/>
          </a:prstGeom>
          <a:solidFill>
            <a:srgbClr val="162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orange"/>
          <p:cNvSpPr/>
          <p:nvPr/>
        </p:nvSpPr>
        <p:spPr>
          <a:xfrm>
            <a:off x="0" y="3960000"/>
            <a:ext cx="2880000" cy="2898000"/>
          </a:xfrm>
          <a:prstGeom prst="rect">
            <a:avLst/>
          </a:prstGeom>
          <a:solidFill>
            <a:srgbClr val="F4713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blue"/>
          <p:cNvSpPr/>
          <p:nvPr/>
        </p:nvSpPr>
        <p:spPr>
          <a:xfrm>
            <a:off x="2880000" y="3960000"/>
            <a:ext cx="2160000" cy="2898000"/>
          </a:xfrm>
          <a:prstGeom prst="rect">
            <a:avLst/>
          </a:prstGeom>
          <a:solidFill>
            <a:srgbClr val="1A6B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lk-cyan"/>
          <p:cNvSpPr/>
          <p:nvPr/>
        </p:nvSpPr>
        <p:spPr>
          <a:xfrm>
            <a:off x="5040000" y="3960000"/>
            <a:ext cx="1440000" cy="2898000"/>
          </a:xfrm>
          <a:prstGeom prst="rect">
            <a:avLst/>
          </a:prstGeom>
          <a:solidFill>
            <a:srgbClr val="00C9D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k-green"/>
          <p:cNvSpPr/>
          <p:nvPr/>
        </p:nvSpPr>
        <p:spPr>
          <a:xfrm>
            <a:off x="6480000" y="3960000"/>
            <a:ext cx="5760000" cy="2898000"/>
          </a:xfrm>
          <a:prstGeom prst="rect">
            <a:avLst/>
          </a:prstGeom>
          <a:solidFill>
            <a:srgbClr val="7EC8A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blk-pink"/>
          <p:cNvSpPr/>
          <p:nvPr/>
        </p:nvSpPr>
        <p:spPr>
          <a:xfrm>
            <a:off x="6480000" y="3960000"/>
            <a:ext cx="1440000" cy="2898000"/>
          </a:xfrm>
          <a:prstGeom prst="rect">
            <a:avLst/>
          </a:prstGeom>
          <a:solidFill>
            <a:srgbClr val="E8749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-title"/>
          <p:cNvSpPr/>
          <p:nvPr/>
        </p:nvSpPr>
        <p:spPr>
          <a:xfrm>
            <a:off x="576000" y="720000"/>
            <a:ext cx="1008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5F0E8"/>
                </a:solidFill>
                <a:latin typeface="Arial"/>
                <a:ea typeface="Arial"/>
              </a:rPr>
              <a:t>Start the transformation.</a:t>
            </a:r>
          </a:p>
        </p:txBody>
      </p:sp>
      <p:sp>
        <p:nvSpPr>
          <p:cNvPr id="9" name="!!h-sub"/>
          <p:cNvSpPr/>
          <p:nvPr/>
        </p:nvSpPr>
        <p:spPr>
          <a:xfrm>
            <a:off x="576000" y="3024000"/>
            <a:ext cx="7200000" cy="64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9A9898"/>
                </a:solidFill>
                <a:latin typeface="Arial"/>
                <a:ea typeface="Arial"/>
              </a:rPr>
              <a:t>Your brand is ready for what comes next.</a:t>
            </a:r>
          </a:p>
        </p:txBody>
      </p:sp>
      <p:sp>
        <p:nvSpPr>
          <p:cNvPr id="10" name="!!arrow"/>
          <p:cNvSpPr/>
          <p:nvPr/>
        </p:nvSpPr>
        <p:spPr>
          <a:xfrm>
            <a:off x="576000" y="4392000"/>
            <a:ext cx="10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 b="1">
                <a:solidFill>
                  <a:srgbClr val="F4713A"/>
                </a:solidFill>
                <a:latin typeface="Arial"/>
                <a:ea typeface="Arial"/>
              </a:rPr>
              <a:t>-&gt;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