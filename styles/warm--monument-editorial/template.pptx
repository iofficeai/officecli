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db8700205f84e9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2b5083b5f7d449f"/>
    <p:sldId id="257" r:id="Ra5be08f96e6940b7"/>
    <p:sldId id="258" r:id="R6e3e8300fc3a4341"/>
    <p:sldId id="259" r:id="Rc726383d493e48d1"/>
    <p:sldId id="260" r:id="R545ccbc9ced84d4e"/>
    <p:sldId id="261" r:id="Rdfb15d0057d247a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2b5083b5f7d449f" /><Relationship Type="http://schemas.openxmlformats.org/officeDocument/2006/relationships/slide" Target="/ppt/slides/slide2.xml" Id="Ra5be08f96e6940b7" /><Relationship Type="http://schemas.openxmlformats.org/officeDocument/2006/relationships/slide" Target="/ppt/slides/slide3.xml" Id="R6e3e8300fc3a4341" /><Relationship Type="http://schemas.openxmlformats.org/officeDocument/2006/relationships/slide" Target="/ppt/slides/slide4.xml" Id="Rc726383d493e48d1" /><Relationship Type="http://schemas.openxmlformats.org/officeDocument/2006/relationships/slide" Target="/ppt/slides/slide5.xml" Id="R545ccbc9ced84d4e" /><Relationship Type="http://schemas.openxmlformats.org/officeDocument/2006/relationships/slide" Target="/ppt/slides/slide6.xml" Id="Rdfb15d0057d247a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ac463718b44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758ef4ee14c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603c76cc1546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e70f17e1344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c99ee7b6ec84dcf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7371ff93643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7501d556840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2174121d343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e04acd83e4e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e5fd2517e42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fd003c3174db1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0EBE0"/>
        </a:solidFill>
      </p:bgPr>
    </p:bg>
    <p:spTree>
      <p:nvGrpSpPr>
        <p:cNvPr id="1" name=""/>
        <p:cNvGrpSpPr/>
        <p:nvPr/>
      </p:nvGrpSpPr>
      <p:grpSpPr/>
      <p:sp>
        <p:nvSpPr>
          <p:cNvPr id="2" name="!!block"/>
          <p:cNvSpPr/>
          <p:nvPr/>
        </p:nvSpPr>
        <p:spPr>
          <a:xfrm>
            <a:off x="0" y="0"/>
            <a:ext cx="540000" cy="6858000"/>
          </a:xfrm>
          <a:prstGeom prst="rect">
            <a:avLst/>
          </a:prstGeom>
          <a:solidFill>
            <a:srgbClr val="C8503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5760000" y="0"/>
            <a:ext cx="6480000" cy="64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0" b="1">
                <a:solidFill>
                  <a:srgbClr val="B0A898"/>
                </a:solidFill>
                <a:latin typeface="Segoe UI Black"/>
                <a:ea typeface="Segoe UI Black"/>
              </a:rPr>
              <a:t>I</a:t>
            </a:r>
          </a:p>
        </p:txBody>
      </p:sp>
      <p:sp>
        <p:nvSpPr>
          <p:cNvPr id="4" name="TextBox 4"/>
          <p:cNvSpPr/>
          <p:nvPr/>
        </p:nvSpPr>
        <p:spPr>
          <a:xfrm>
            <a:off x="1080000" y="1260000"/>
            <a:ext cx="8640000" cy="36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1A1410"/>
                </a:solidFill>
                <a:latin typeface="Segoe UI Black"/>
                <a:ea typeface="Segoe UI Black"/>
              </a:rPr>
              <a:t>KESTER</a:t>
            </a:r>
          </a:p>
          <a:p>
            <a:r>
              <a:rPr lang="en-US" sz="7200" b="1">
                <a:solidFill>
                  <a:srgbClr val="1A1410"/>
                </a:solidFill>
                <a:latin typeface="Segoe UI Black"/>
                <a:ea typeface="Segoe UI Black"/>
              </a:rPr>
              <a:t>STUDIO</a:t>
            </a:r>
          </a:p>
        </p:txBody>
      </p:sp>
      <p:sp>
        <p:nvSpPr>
          <p:cNvPr id="5" name="TextBox 5"/>
          <p:cNvSpPr/>
          <p:nvPr/>
        </p:nvSpPr>
        <p:spPr>
          <a:xfrm>
            <a:off x="1080000" y="5220000"/>
            <a:ext cx="79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A5E52"/>
                </a:solidFill>
                <a:latin typeface="Segoe UI"/>
                <a:ea typeface="Segoe UI"/>
              </a:rPr>
              <a:t>Architecture  /  Interior  /  Identity</a:t>
            </a:r>
          </a:p>
        </p:txBody>
      </p:sp>
      <p:sp>
        <p:nvSpPr>
          <p:cNvPr id="6" name="TextBox 6"/>
          <p:cNvSpPr/>
          <p:nvPr/>
        </p:nvSpPr>
        <p:spPr>
          <a:xfrm>
            <a:off x="1080000" y="6300000"/>
            <a:ext cx="72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B0A898"/>
                </a:solidFill>
                <a:latin typeface="Segoe UI"/>
                <a:ea typeface="Segoe UI"/>
              </a:rPr>
              <a:t>Tokyo  ·  Melbourne  ·  Est. 2011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0EBE0"/>
        </a:solidFill>
      </p:bgPr>
    </p:bg>
    <p:spTree>
      <p:nvGrpSpPr>
        <p:cNvPr id="1" name=""/>
        <p:cNvGrpSpPr/>
        <p:nvPr/>
      </p:nvGrpSpPr>
      <p:grpSpPr/>
      <p:sp>
        <p:nvSpPr>
          <p:cNvPr id="2" name="!!block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C8503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144000"/>
            <a:ext cx="72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0EBE0"/>
                </a:solidFill>
                <a:latin typeface="Segoe UI"/>
                <a:ea typeface="Segoe UI"/>
              </a:rPr>
              <a:t>PHILOSOPHY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1620000"/>
            <a:ext cx="10080000" cy="39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1A1410"/>
                </a:solidFill>
                <a:latin typeface="Segoe UI Black"/>
                <a:ea typeface="Segoe UI Black"/>
              </a:rPr>
              <a:t>Space is not</a:t>
            </a:r>
          </a:p>
          <a:p>
            <a:r>
              <a:rPr lang="en-US" sz="6400" b="1">
                <a:solidFill>
                  <a:srgbClr val="1A1410"/>
                </a:solidFill>
                <a:latin typeface="Segoe UI Black"/>
                <a:ea typeface="Segoe UI Black"/>
              </a:rPr>
              <a:t>built, it is</a:t>
            </a:r>
          </a:p>
          <a:p>
            <a:r>
              <a:rPr lang="en-US" sz="6400" b="1">
                <a:solidFill>
                  <a:srgbClr val="1A1410"/>
                </a:solidFill>
                <a:latin typeface="Segoe UI Black"/>
                <a:ea typeface="Segoe UI Black"/>
              </a:rPr>
              <a:t>revealed.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5580000"/>
            <a:ext cx="100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A5E52"/>
                </a:solidFill>
                <a:latin typeface="Segoe UI"/>
                <a:ea typeface="Segoe UI"/>
              </a:rPr>
              <a:t>We begin with what already exists — the light,</a:t>
            </a:r>
          </a:p>
          <a:p>
            <a:r>
              <a:rPr lang="en-US" sz="1400">
                <a:solidFill>
                  <a:srgbClr val="6A5E52"/>
                </a:solidFill>
                <a:latin typeface="Segoe UI"/>
                <a:ea typeface="Segoe UI"/>
              </a:rPr>
              <a:t>the land, the lived experience — and remove</a:t>
            </a:r>
          </a:p>
          <a:p>
            <a:r>
              <a:rPr lang="en-US" sz="1400">
                <a:solidFill>
                  <a:srgbClr val="6A5E52"/>
                </a:solidFill>
                <a:latin typeface="Segoe UI"/>
                <a:ea typeface="Segoe UI"/>
              </a:rPr>
              <a:t>everything that does not belong.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0EBE0"/>
        </a:solidFill>
      </p:bgPr>
    </p:bg>
    <p:spTree>
      <p:nvGrpSpPr>
        <p:cNvPr id="1" name=""/>
        <p:cNvGrpSpPr/>
        <p:nvPr/>
      </p:nvGrpSpPr>
      <p:grpSpPr/>
      <p:sp>
        <p:nvSpPr>
          <p:cNvPr id="2" name="!!block"/>
          <p:cNvSpPr/>
          <p:nvPr/>
        </p:nvSpPr>
        <p:spPr>
          <a:xfrm>
            <a:off x="6120000" y="0"/>
            <a:ext cx="6073200" cy="6858000"/>
          </a:xfrm>
          <a:prstGeom prst="rect">
            <a:avLst/>
          </a:prstGeom>
          <a:solidFill>
            <a:srgbClr val="C8503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1080000"/>
            <a:ext cx="468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1A1410"/>
                </a:solidFill>
                <a:latin typeface="Segoe UI Black"/>
                <a:ea typeface="Segoe UI Black"/>
              </a:rPr>
              <a:t>SELECTED</a:t>
            </a:r>
          </a:p>
          <a:p>
            <a:r>
              <a:rPr lang="en-US" sz="4000" b="1">
                <a:solidFill>
                  <a:srgbClr val="1A1410"/>
                </a:solidFill>
                <a:latin typeface="Segoe UI Black"/>
                <a:ea typeface="Segoe UI Black"/>
              </a:rPr>
              <a:t>WORK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792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A5E52"/>
                </a:solidFill>
                <a:latin typeface="Segoe UI"/>
                <a:ea typeface="Segoe UI"/>
              </a:rPr>
              <a:t>PORTFOLIO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720000"/>
            <a:ext cx="1080000" cy="36000"/>
          </a:xfrm>
          <a:prstGeom prst="rect">
            <a:avLst/>
          </a:prstGeom>
          <a:solidFill>
            <a:srgbClr val="1A141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3600000"/>
            <a:ext cx="46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1A1410"/>
                </a:solidFill>
                <a:latin typeface="Segoe UI"/>
                <a:ea typeface="Segoe UI"/>
              </a:rPr>
              <a:t>Togashi House</a:t>
            </a:r>
          </a:p>
          <a:p>
            <a:r>
              <a:rPr lang="en-US" sz="1200">
                <a:solidFill>
                  <a:srgbClr val="1A1410"/>
                </a:solidFill>
                <a:latin typeface="Segoe UI"/>
                <a:ea typeface="Segoe UI"/>
              </a:rPr>
              <a:t>2024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3420000"/>
            <a:ext cx="4680000" cy="18000"/>
          </a:xfrm>
          <a:prstGeom prst="rect">
            <a:avLst/>
          </a:prstGeom>
          <a:solidFill>
            <a:srgbClr val="B0A89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4500000"/>
            <a:ext cx="46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1A1410"/>
                </a:solidFill>
                <a:latin typeface="Segoe UI"/>
                <a:ea typeface="Segoe UI"/>
              </a:rPr>
              <a:t>Nishi Hotel</a:t>
            </a:r>
          </a:p>
          <a:p>
            <a:r>
              <a:rPr lang="en-US" sz="1200">
                <a:solidFill>
                  <a:srgbClr val="1A1410"/>
                </a:solidFill>
                <a:latin typeface="Segoe UI"/>
                <a:ea typeface="Segoe UI"/>
              </a:rPr>
              <a:t>2023</a:t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4320000"/>
            <a:ext cx="4680000" cy="18000"/>
          </a:xfrm>
          <a:prstGeom prst="rect">
            <a:avLst/>
          </a:prstGeom>
          <a:solidFill>
            <a:srgbClr val="B0A89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5220000"/>
            <a:ext cx="46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1A1410"/>
                </a:solidFill>
                <a:latin typeface="Segoe UI"/>
                <a:ea typeface="Segoe UI"/>
              </a:rPr>
              <a:t>Lane Cove Residence</a:t>
            </a:r>
          </a:p>
          <a:p>
            <a:r>
              <a:rPr lang="en-US" sz="1200">
                <a:solidFill>
                  <a:srgbClr val="1A1410"/>
                </a:solidFill>
                <a:latin typeface="Segoe UI"/>
                <a:ea typeface="Segoe UI"/>
              </a:rPr>
              <a:t>2022</a:t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5040000"/>
            <a:ext cx="4680000" cy="18000"/>
          </a:xfrm>
          <a:prstGeom prst="rect">
            <a:avLst/>
          </a:prstGeom>
          <a:solidFill>
            <a:srgbClr val="B0A89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6660000" y="1800000"/>
            <a:ext cx="504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0EBE0"/>
                </a:solidFill>
                <a:latin typeface="Segoe UI Black"/>
                <a:ea typeface="Segoe UI Black"/>
              </a:rPr>
              <a:t>40+</a:t>
            </a:r>
          </a:p>
          <a:p>
            <a:r>
              <a:rPr lang="en-US" sz="4400" b="1">
                <a:solidFill>
                  <a:srgbClr val="F0EBE0"/>
                </a:solidFill>
                <a:latin typeface="Segoe UI Black"/>
                <a:ea typeface="Segoe UI Black"/>
              </a:rPr>
              <a:t>Projects</a:t>
            </a:r>
          </a:p>
        </p:txBody>
      </p:sp>
      <p:sp>
        <p:nvSpPr>
          <p:cNvPr id="13" name="TextBox 13"/>
          <p:cNvSpPr/>
          <p:nvPr/>
        </p:nvSpPr>
        <p:spPr>
          <a:xfrm>
            <a:off x="6660000" y="4860000"/>
            <a:ext cx="504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F0EBE0"/>
                </a:solidFill>
                <a:latin typeface="Segoe UI"/>
                <a:ea typeface="Segoe UI"/>
              </a:rPr>
              <a:t>Three continents.</a:t>
            </a:r>
          </a:p>
          <a:p>
            <a:r>
              <a:rPr lang="en-US" sz="1400">
                <a:solidFill>
                  <a:srgbClr val="F0EBE0"/>
                </a:solidFill>
                <a:latin typeface="Segoe UI"/>
                <a:ea typeface="Segoe UI"/>
              </a:rPr>
              <a:t>Five award wins.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0EBE0"/>
        </a:solidFill>
      </p:bgPr>
    </p:bg>
    <p:spTree>
      <p:nvGrpSpPr>
        <p:cNvPr id="1" name=""/>
        <p:cNvGrpSpPr/>
        <p:nvPr/>
      </p:nvGrpSpPr>
      <p:grpSpPr/>
      <p:sp>
        <p:nvSpPr>
          <p:cNvPr id="2" name="!!block"/>
          <p:cNvSpPr/>
          <p:nvPr/>
        </p:nvSpPr>
        <p:spPr>
          <a:xfrm>
            <a:off x="0" y="5958000"/>
            <a:ext cx="12193200" cy="900000"/>
          </a:xfrm>
          <a:prstGeom prst="rect">
            <a:avLst/>
          </a:prstGeom>
          <a:solidFill>
            <a:srgbClr val="C8503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180000"/>
            <a:ext cx="72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A5E52"/>
                </a:solidFill>
                <a:latin typeface="Segoe UI"/>
                <a:ea typeface="Segoe UI"/>
              </a:rPr>
              <a:t>PROCESS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648000"/>
            <a:ext cx="1080000" cy="36000"/>
          </a:xfrm>
          <a:prstGeom prst="rect">
            <a:avLst/>
          </a:prstGeom>
          <a:solidFill>
            <a:srgbClr val="C8503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900000"/>
            <a:ext cx="7920000" cy="39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1A1410"/>
                </a:solidFill>
                <a:latin typeface="Segoe UI Black"/>
                <a:ea typeface="Segoe UI Black"/>
              </a:rPr>
              <a:t>Listen.</a:t>
            </a:r>
          </a:p>
          <a:p>
            <a:r>
              <a:rPr lang="en-US" sz="6400" b="1">
                <a:solidFill>
                  <a:srgbClr val="1A1410"/>
                </a:solidFill>
                <a:latin typeface="Segoe UI Black"/>
                <a:ea typeface="Segoe UI Black"/>
              </a:rPr>
              <a:t>Observe.</a:t>
            </a:r>
          </a:p>
          <a:p>
            <a:r>
              <a:rPr lang="en-US" sz="6400" b="1">
                <a:solidFill>
                  <a:srgbClr val="1A1410"/>
                </a:solidFill>
                <a:latin typeface="Segoe UI Black"/>
                <a:ea typeface="Segoe UI Black"/>
              </a:rPr>
              <a:t>Build.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6048000"/>
            <a:ext cx="25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F0EBE0"/>
                </a:solidFill>
                <a:latin typeface="Segoe UI Black"/>
                <a:ea typeface="Segoe UI Black"/>
              </a:rPr>
              <a:t>LISTEN</a:t>
            </a:r>
          </a:p>
        </p:txBody>
      </p:sp>
      <p:sp>
        <p:nvSpPr>
          <p:cNvPr id="7" name="TextBox 7"/>
          <p:cNvSpPr/>
          <p:nvPr/>
        </p:nvSpPr>
        <p:spPr>
          <a:xfrm>
            <a:off x="3600000" y="6048000"/>
            <a:ext cx="25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F0EBE0"/>
                </a:solidFill>
                <a:latin typeface="Segoe UI Black"/>
                <a:ea typeface="Segoe UI Black"/>
              </a:rPr>
              <a:t>OBSERVE</a:t>
            </a:r>
          </a:p>
        </p:txBody>
      </p:sp>
      <p:sp>
        <p:nvSpPr>
          <p:cNvPr id="8" name="TextBox 8"/>
          <p:cNvSpPr/>
          <p:nvPr/>
        </p:nvSpPr>
        <p:spPr>
          <a:xfrm>
            <a:off x="6480000" y="6048000"/>
            <a:ext cx="25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F0EBE0"/>
                </a:solidFill>
                <a:latin typeface="Segoe UI Black"/>
                <a:ea typeface="Segoe UI Black"/>
              </a:rPr>
              <a:t>DESIGN</a:t>
            </a:r>
          </a:p>
        </p:txBody>
      </p:sp>
      <p:sp>
        <p:nvSpPr>
          <p:cNvPr id="9" name="TextBox 9"/>
          <p:cNvSpPr/>
          <p:nvPr/>
        </p:nvSpPr>
        <p:spPr>
          <a:xfrm>
            <a:off x="9180000" y="6048000"/>
            <a:ext cx="25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F0EBE0"/>
                </a:solidFill>
                <a:latin typeface="Segoe UI Black"/>
                <a:ea typeface="Segoe UI Black"/>
              </a:rPr>
              <a:t>BUILD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0EBE0"/>
        </a:solidFill>
      </p:bgPr>
    </p:bg>
    <p:spTree>
      <p:nvGrpSpPr>
        <p:cNvPr id="1" name=""/>
        <p:cNvGrpSpPr/>
        <p:nvPr/>
      </p:nvGrpSpPr>
      <p:grpSpPr/>
      <p:sp>
        <p:nvSpPr>
          <p:cNvPr id="2" name="!!block"/>
          <p:cNvSpPr/>
          <p:nvPr/>
        </p:nvSpPr>
        <p:spPr>
          <a:xfrm>
            <a:off x="3934800" y="1267200"/>
            <a:ext cx="4320000" cy="4320000"/>
          </a:xfrm>
          <a:prstGeom prst="rect">
            <a:avLst/>
          </a:prstGeom>
          <a:solidFill>
            <a:srgbClr val="C8503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180000"/>
            <a:ext cx="72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A5E52"/>
                </a:solidFill>
                <a:latin typeface="Segoe UI"/>
                <a:ea typeface="Segoe UI"/>
              </a:rPr>
              <a:t>AWARDS</a:t>
            </a:r>
          </a:p>
        </p:txBody>
      </p:sp>
      <p:sp>
        <p:nvSpPr>
          <p:cNvPr id="4" name="TextBox 4"/>
          <p:cNvSpPr/>
          <p:nvPr/>
        </p:nvSpPr>
        <p:spPr>
          <a:xfrm>
            <a:off x="4320000" y="1620000"/>
            <a:ext cx="360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0" b="1">
                <a:solidFill>
                  <a:srgbClr val="F0EBE0"/>
                </a:solidFill>
                <a:latin typeface="Segoe UI Black"/>
                <a:ea typeface="Segoe UI Black"/>
              </a:rPr>
              <a:t>15</a:t>
            </a:r>
          </a:p>
        </p:txBody>
      </p:sp>
      <p:sp>
        <p:nvSpPr>
          <p:cNvPr id="5" name="TextBox 5"/>
          <p:cNvSpPr/>
          <p:nvPr/>
        </p:nvSpPr>
        <p:spPr>
          <a:xfrm>
            <a:off x="4500000" y="4320000"/>
            <a:ext cx="36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F0EBE0"/>
                </a:solidFill>
                <a:latin typeface="Segoe UI"/>
                <a:ea typeface="Segoe UI"/>
              </a:rPr>
              <a:t>Awards</a:t>
            </a:r>
          </a:p>
          <a:p>
            <a:r>
              <a:rPr lang="en-US" sz="1400">
                <a:solidFill>
                  <a:srgbClr val="F0EBE0"/>
                </a:solidFill>
                <a:latin typeface="Segoe UI"/>
                <a:ea typeface="Segoe UI"/>
              </a:rPr>
              <a:t>&amp; Honours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80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1A1410"/>
                </a:solidFill>
                <a:latin typeface="Segoe UI"/>
                <a:ea typeface="Segoe UI"/>
              </a:rPr>
              <a:t>AR House Awards</a:t>
            </a:r>
          </a:p>
          <a:p>
            <a:r>
              <a:rPr lang="en-US" sz="1100">
                <a:solidFill>
                  <a:srgbClr val="1A1410"/>
                </a:solidFill>
                <a:latin typeface="Segoe UI"/>
                <a:ea typeface="Segoe UI"/>
              </a:rPr>
              <a:t>Gold  ·  2024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2628000"/>
            <a:ext cx="2880000" cy="18000"/>
          </a:xfrm>
          <a:prstGeom prst="rect">
            <a:avLst/>
          </a:prstGeom>
          <a:solidFill>
            <a:srgbClr val="B0A89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2772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1A1410"/>
                </a:solidFill>
                <a:latin typeface="Segoe UI"/>
                <a:ea typeface="Segoe UI"/>
              </a:rPr>
              <a:t>World Architecture</a:t>
            </a:r>
          </a:p>
          <a:p>
            <a:r>
              <a:rPr lang="en-US" sz="1100">
                <a:solidFill>
                  <a:srgbClr val="1A1410"/>
                </a:solidFill>
                <a:latin typeface="Segoe UI"/>
                <a:ea typeface="Segoe UI"/>
              </a:rPr>
              <a:t>Festival  ·  2023</a:t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3636000"/>
            <a:ext cx="2880000" cy="18000"/>
          </a:xfrm>
          <a:prstGeom prst="rect">
            <a:avLst/>
          </a:prstGeom>
          <a:solidFill>
            <a:srgbClr val="B0A89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378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1A1410"/>
                </a:solidFill>
                <a:latin typeface="Segoe UI"/>
                <a:ea typeface="Segoe UI"/>
              </a:rPr>
              <a:t>Wallpaper* Design</a:t>
            </a:r>
          </a:p>
          <a:p>
            <a:r>
              <a:rPr lang="en-US" sz="1100">
                <a:solidFill>
                  <a:srgbClr val="1A1410"/>
                </a:solidFill>
                <a:latin typeface="Segoe UI"/>
                <a:ea typeface="Segoe UI"/>
              </a:rPr>
              <a:t>Awards  ·  2022</a:t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630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B0A898"/>
                </a:solidFill>
                <a:latin typeface="Segoe UI"/>
                <a:ea typeface="Segoe UI"/>
              </a:rPr>
              <a:t>kesterstudio.com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0EBE0"/>
        </a:solidFill>
      </p:bgPr>
    </p:bg>
    <p:spTree>
      <p:nvGrpSpPr>
        <p:cNvPr id="1" name=""/>
        <p:cNvGrpSpPr/>
        <p:nvPr/>
      </p:nvGrpSpPr>
      <p:grpSpPr/>
      <p:sp>
        <p:nvSpPr>
          <p:cNvPr id="2" name="!!block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C8503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720000"/>
            <a:ext cx="10080000" cy="46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F0EBE0"/>
                </a:solidFill>
                <a:latin typeface="Segoe UI Black"/>
                <a:ea typeface="Segoe UI Black"/>
              </a:rPr>
              <a:t>Let’s make</a:t>
            </a:r>
          </a:p>
          <a:p>
            <a:r>
              <a:rPr lang="en-US" sz="6400" b="1">
                <a:solidFill>
                  <a:srgbClr val="F0EBE0"/>
                </a:solidFill>
                <a:latin typeface="Segoe UI Black"/>
                <a:ea typeface="Segoe UI Black"/>
              </a:rPr>
              <a:t>something</a:t>
            </a:r>
          </a:p>
          <a:p>
            <a:r>
              <a:rPr lang="en-US" sz="6400" b="1">
                <a:solidFill>
                  <a:srgbClr val="F0EBE0"/>
                </a:solidFill>
                <a:latin typeface="Segoe UI Black"/>
                <a:ea typeface="Segoe UI Black"/>
              </a:rPr>
              <a:t>lasting.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5328000"/>
            <a:ext cx="5040000" cy="36000"/>
          </a:xfrm>
          <a:prstGeom prst="rect">
            <a:avLst/>
          </a:prstGeom>
          <a:solidFill>
            <a:srgbClr val="F0EBE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5472000"/>
            <a:ext cx="79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0EBE0"/>
                </a:solidFill>
                <a:latin typeface="Segoe UI Black"/>
                <a:ea typeface="Segoe UI Black"/>
              </a:rPr>
              <a:t>hello@kesterstudio.com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5940000"/>
            <a:ext cx="79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0EBE0"/>
                </a:solidFill>
                <a:latin typeface="Segoe UI"/>
                <a:ea typeface="Segoe UI"/>
              </a:rPr>
              <a:t>+81 3 · · · ·  /  +61 2 · · · ·</a:t>
            </a:r>
          </a:p>
        </p:txBody>
      </p:sp>
      <p:sp>
        <p:nvSpPr>
          <p:cNvPr id="7" name="TextBox 7"/>
          <p:cNvSpPr/>
          <p:nvPr/>
        </p:nvSpPr>
        <p:spPr>
          <a:xfrm>
            <a:off x="10080000" y="6408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F0EBE0"/>
                </a:solidFill>
                <a:latin typeface="Segoe UI"/>
                <a:ea typeface="Segoe UI"/>
              </a:rPr>
              <a:t>kesterstudio.com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