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f34656da98b4d3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1ff8727b9d54bc4"/>
    <p:sldId id="257" r:id="R273816d449f74d1d"/>
    <p:sldId id="258" r:id="R481eabefe8994ba8"/>
    <p:sldId id="259" r:id="R20756a5ec0a9456e"/>
    <p:sldId id="260" r:id="R8d18a2ad07084189"/>
    <p:sldId id="261" r:id="R5c7ec3363c67453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1ff8727b9d54bc4" /><Relationship Type="http://schemas.openxmlformats.org/officeDocument/2006/relationships/slide" Target="/ppt/slides/slide2.xml" Id="R273816d449f74d1d" /><Relationship Type="http://schemas.openxmlformats.org/officeDocument/2006/relationships/slide" Target="/ppt/slides/slide3.xml" Id="R481eabefe8994ba8" /><Relationship Type="http://schemas.openxmlformats.org/officeDocument/2006/relationships/slide" Target="/ppt/slides/slide4.xml" Id="R20756a5ec0a9456e" /><Relationship Type="http://schemas.openxmlformats.org/officeDocument/2006/relationships/slide" Target="/ppt/slides/slide5.xml" Id="R8d18a2ad07084189" /><Relationship Type="http://schemas.openxmlformats.org/officeDocument/2006/relationships/slide" Target="/ppt/slides/slide6.xml" Id="R5c7ec3363c67453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5e3ce509f148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6bbbc22ec4e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7aebe92874b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2d64cde284c6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371590eb56247b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9af97150441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ec815acad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78fbd914647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edfdb23a14d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19e66f32b47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a75ea4bcb4b82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FF6B6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0080000" y="3960000"/>
            <a:ext cx="2113200" cy="2898000"/>
          </a:xfrm>
          <a:prstGeom prst="rect">
            <a:avLst/>
          </a:prstGeom>
          <a:solidFill>
            <a:srgbClr val="4ECDC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440000" y="0"/>
            <a:ext cx="1753200" cy="1800000"/>
          </a:xfrm>
          <a:prstGeom prst="rect">
            <a:avLst/>
          </a:prstGeom>
          <a:solidFill>
            <a:srgbClr val="FFE66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800000" y="4320000"/>
            <a:ext cx="2160000" cy="2160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080000" y="2880000"/>
            <a:ext cx="1440000" cy="1440000"/>
          </a:xfrm>
          <a:prstGeom prst="ellipse">
            <a:avLst/>
          </a:prstGeom>
          <a:solidFill>
            <a:srgbClr val="FFE66D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2160000" y="1080000"/>
            <a:ext cx="1080000" cy="1080000"/>
          </a:xfrm>
          <a:prstGeom prst="ellipse">
            <a:avLst/>
          </a:prstGeom>
          <a:solidFill>
            <a:srgbClr val="4ECDC4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5040000" y="720000"/>
            <a:ext cx="4680000" cy="5400000"/>
          </a:xfrm>
          <a:prstGeom prst="round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5760000" y="1260000"/>
            <a:ext cx="1800000" cy="432000"/>
          </a:xfrm>
          <a:prstGeom prst="roundRect">
            <a:avLst/>
          </a:prstGeom>
          <a:solidFill>
            <a:srgbClr val="FF6B6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760000" y="1332000"/>
            <a:ext cx="1800000" cy="28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>
                <a:solidFill>
                  <a:srgbClr val="FFFFFF"/>
                </a:solidFill>
                <a:latin typeface="Microsoft YaHei"/>
                <a:ea typeface="Microsoft YaHei"/>
              </a:rPr>
              <a:t>新品发布</a:t>
            </a:r>
          </a:p>
        </p:txBody>
      </p:sp>
      <p:sp>
        <p:nvSpPr>
          <p:cNvPr id="11" name="TextBox 11"/>
          <p:cNvSpPr/>
          <p:nvPr/>
        </p:nvSpPr>
        <p:spPr>
          <a:xfrm>
            <a:off x="5760000" y="1980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800">
                <a:solidFill>
                  <a:srgbClr val="2C2C54"/>
                </a:solidFill>
                <a:latin typeface="Microsoft YaHei"/>
                <a:ea typeface="Microsoft YaHei"/>
              </a:rPr>
              <a:t>2026 夏季</a:t>
            </a:r>
          </a:p>
        </p:txBody>
      </p:sp>
      <p:sp>
        <p:nvSpPr>
          <p:cNvPr id="12" name="TextBox 12"/>
          <p:cNvSpPr/>
          <p:nvPr/>
        </p:nvSpPr>
        <p:spPr>
          <a:xfrm>
            <a:off x="5760000" y="2592000"/>
            <a:ext cx="3600000" cy="9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5200" b="1">
                <a:solidFill>
                  <a:srgbClr val="FF6B6B"/>
                </a:solidFill>
                <a:latin typeface="Microsoft YaHei"/>
                <a:ea typeface="Microsoft YaHei"/>
              </a:rPr>
              <a:t>营销活动</a:t>
            </a:r>
          </a:p>
        </p:txBody>
      </p:sp>
      <p:sp>
        <p:nvSpPr>
          <p:cNvPr id="13" name="TextBox 13"/>
          <p:cNvSpPr/>
          <p:nvPr/>
        </p:nvSpPr>
        <p:spPr>
          <a:xfrm>
            <a:off x="5760000" y="3672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000">
                <a:solidFill>
                  <a:srgbClr val="4ECDC4"/>
                </a:solidFill>
                <a:latin typeface="Arial Black"/>
                <a:ea typeface="Arial Black"/>
              </a:rPr>
              <a:t>SUMMER CAMPAIGN</a:t>
            </a:r>
          </a:p>
        </p:txBody>
      </p:sp>
      <p:sp>
        <p:nvSpPr>
          <p:cNvPr id="14" name="TextBox 14"/>
          <p:cNvSpPr/>
          <p:nvPr/>
        </p:nvSpPr>
        <p:spPr>
          <a:xfrm>
            <a:off x="5760000" y="4320000"/>
            <a:ext cx="2880000" cy="54000"/>
          </a:xfrm>
          <a:prstGeom prst="rect">
            <a:avLst/>
          </a:prstGeom>
          <a:solidFill>
            <a:srgbClr val="FFE66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760000" y="4608000"/>
            <a:ext cx="108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999999"/>
                </a:solidFill>
                <a:latin typeface="Microsoft YaHei"/>
                <a:ea typeface="Microsoft YaHei"/>
              </a:rPr>
              <a:t>日期</a:t>
            </a:r>
          </a:p>
        </p:txBody>
      </p:sp>
      <p:sp>
        <p:nvSpPr>
          <p:cNvPr id="16" name="TextBox 16"/>
          <p:cNvSpPr/>
          <p:nvPr/>
        </p:nvSpPr>
        <p:spPr>
          <a:xfrm>
            <a:off x="5760000" y="4788000"/>
            <a:ext cx="288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2C2C54"/>
                </a:solidFill>
                <a:latin typeface="Arial Black"/>
                <a:ea typeface="Arial Black"/>
              </a:rPr>
              <a:t>2026.06.15 - 06.30</a:t>
            </a:r>
          </a:p>
        </p:txBody>
      </p:sp>
      <p:sp>
        <p:nvSpPr>
          <p:cNvPr id="17" name="TextBox 17"/>
          <p:cNvSpPr/>
          <p:nvPr/>
        </p:nvSpPr>
        <p:spPr>
          <a:xfrm>
            <a:off x="5760000" y="5076000"/>
            <a:ext cx="108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999999"/>
                </a:solidFill>
                <a:latin typeface="Microsoft YaHei"/>
                <a:ea typeface="Microsoft YaHei"/>
              </a:rPr>
              <a:t>地点</a:t>
            </a:r>
          </a:p>
        </p:txBody>
      </p:sp>
      <p:sp>
        <p:nvSpPr>
          <p:cNvPr id="18" name="TextBox 18"/>
          <p:cNvSpPr/>
          <p:nvPr/>
        </p:nvSpPr>
        <p:spPr>
          <a:xfrm>
            <a:off x="5760000" y="5256000"/>
            <a:ext cx="360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2C2C54"/>
                </a:solidFill>
                <a:latin typeface="Microsoft YaHei"/>
                <a:ea typeface="Microsoft YaHei"/>
              </a:rPr>
              <a:t>全国线下门店 + 线上商城</a:t>
            </a:r>
          </a:p>
        </p:txBody>
      </p:sp>
      <p:sp>
        <p:nvSpPr>
          <p:cNvPr id="19" name="TextBox 19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FF6B6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2880000" y="5400000"/>
            <a:ext cx="144000" cy="144000"/>
          </a:xfrm>
          <a:prstGeom prst="ellipse">
            <a:avLst/>
          </a:prstGeom>
          <a:solidFill>
            <a:srgbClr val="FFFFFF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3240000" y="5760000"/>
            <a:ext cx="108000" cy="108000"/>
          </a:xfrm>
          <a:prstGeom prst="ellipse">
            <a:avLst/>
          </a:prstGeom>
          <a:solidFill>
            <a:srgbClr val="FFE66D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3600000" y="5580000"/>
            <a:ext cx="90000" cy="90000"/>
          </a:xfrm>
          <a:prstGeom prst="ellipse">
            <a:avLst/>
          </a:prstGeom>
          <a:solidFill>
            <a:srgbClr val="4ECDC4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