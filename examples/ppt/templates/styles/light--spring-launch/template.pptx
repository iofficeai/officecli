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7e93759842c41a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b7b58cecedc4c44"/>
    <p:sldId id="257" r:id="Rceb05086d8524d04"/>
    <p:sldId id="258" r:id="R7368cff65bee4aed"/>
    <p:sldId id="259" r:id="R90af2c2963e740f4"/>
    <p:sldId id="260" r:id="R20ebc82ab11d47b6"/>
    <p:sldId id="261" r:id="Ra2f1e92f138c428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b7b58cecedc4c44" /><Relationship Type="http://schemas.openxmlformats.org/officeDocument/2006/relationships/slide" Target="/ppt/slides/slide2.xml" Id="Rceb05086d8524d04" /><Relationship Type="http://schemas.openxmlformats.org/officeDocument/2006/relationships/slide" Target="/ppt/slides/slide3.xml" Id="R7368cff65bee4aed" /><Relationship Type="http://schemas.openxmlformats.org/officeDocument/2006/relationships/slide" Target="/ppt/slides/slide4.xml" Id="R90af2c2963e740f4" /><Relationship Type="http://schemas.openxmlformats.org/officeDocument/2006/relationships/slide" Target="/ppt/slides/slide5.xml" Id="R20ebc82ab11d47b6" /><Relationship Type="http://schemas.openxmlformats.org/officeDocument/2006/relationships/slide" Target="/ppt/slides/slide6.xml" Id="Ra2f1e92f138c42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9f88315b44d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44a810c2f4b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bbd1270904a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ce4c255a8424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bf789d70e45470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7974dbd4945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52b25420248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8ed0af4441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0aa9cd1544c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358b979db46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d250a4efd4e94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8F5E9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4CAF50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440000" y="1080000"/>
            <a:ext cx="3600000" cy="3600000"/>
          </a:xfrm>
          <a:prstGeom prst="ellipse">
            <a:avLst/>
          </a:prstGeom>
          <a:solidFill>
            <a:srgbClr val="4CAF50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0" y="360000"/>
            <a:ext cx="2880000" cy="2880000"/>
          </a:xfrm>
          <a:prstGeom prst="ellipse">
            <a:avLst/>
          </a:prstGeom>
          <a:solidFill>
            <a:srgbClr val="8BC34A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8640000" y="4320000"/>
            <a:ext cx="2160000" cy="2160000"/>
          </a:xfrm>
          <a:prstGeom prst="ellipse">
            <a:avLst/>
          </a:prstGeom>
          <a:solidFill>
            <a:srgbClr val="81C784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2880000" y="1440000"/>
            <a:ext cx="6480000" cy="3960000"/>
          </a:xfrm>
          <a:prstGeom prst="round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2880000" y="1440000"/>
            <a:ext cx="6480000" cy="54000"/>
          </a:xfrm>
          <a:prstGeom prst="rect">
            <a:avLst/>
          </a:prstGeom>
          <a:solidFill>
            <a:srgbClr val="4CAF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600000" y="1800000"/>
            <a:ext cx="1440000" cy="360000"/>
          </a:xfrm>
          <a:prstGeom prst="roundRect">
            <a:avLst/>
          </a:prstGeom>
          <a:solidFill>
            <a:srgbClr val="4CAF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600000" y="1872000"/>
            <a:ext cx="1440000" cy="21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>
                <a:solidFill>
                  <a:srgbClr val="FFFFFF"/>
                </a:solidFill>
                <a:latin typeface="Microsoft YaHei"/>
                <a:ea typeface="Microsoft YaHei"/>
              </a:rPr>
              <a:t>春季发布</a:t>
            </a:r>
          </a:p>
        </p:txBody>
      </p:sp>
      <p:sp>
        <p:nvSpPr>
          <p:cNvPr id="11" name="TextBox 11"/>
          <p:cNvSpPr/>
          <p:nvPr/>
        </p:nvSpPr>
        <p:spPr>
          <a:xfrm>
            <a:off x="3600000" y="2340000"/>
            <a:ext cx="5040000" cy="432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800">
                <a:solidFill>
                  <a:srgbClr val="1B5E20"/>
                </a:solidFill>
                <a:latin typeface="Microsoft YaHei"/>
                <a:ea typeface="Microsoft YaHei"/>
              </a:rPr>
              <a:t>2026 春季</a:t>
            </a:r>
          </a:p>
        </p:txBody>
      </p:sp>
      <p:sp>
        <p:nvSpPr>
          <p:cNvPr id="12" name="TextBox 12"/>
          <p:cNvSpPr/>
          <p:nvPr/>
        </p:nvSpPr>
        <p:spPr>
          <a:xfrm>
            <a:off x="3600000" y="2880000"/>
            <a:ext cx="5040000" cy="792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5200" b="1">
                <a:solidFill>
                  <a:srgbClr val="4CAF50"/>
                </a:solidFill>
                <a:latin typeface="Microsoft YaHei"/>
                <a:ea typeface="Microsoft YaHei"/>
              </a:rPr>
              <a:t>新品发布会</a:t>
            </a:r>
          </a:p>
        </p:txBody>
      </p:sp>
      <p:sp>
        <p:nvSpPr>
          <p:cNvPr id="13" name="TextBox 13"/>
          <p:cNvSpPr/>
          <p:nvPr/>
        </p:nvSpPr>
        <p:spPr>
          <a:xfrm>
            <a:off x="3600000" y="3780000"/>
            <a:ext cx="5040000" cy="28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800">
                <a:solidFill>
                  <a:srgbClr val="8BC34A"/>
                </a:solidFill>
                <a:latin typeface="Arial Black"/>
                <a:ea typeface="Arial Black"/>
              </a:rPr>
              <a:t>SPRING LAUNCH EVENT</a:t>
            </a:r>
          </a:p>
        </p:txBody>
      </p:sp>
      <p:sp>
        <p:nvSpPr>
          <p:cNvPr id="14" name="TextBox 14"/>
          <p:cNvSpPr/>
          <p:nvPr/>
        </p:nvSpPr>
        <p:spPr>
          <a:xfrm>
            <a:off x="3600000" y="4320000"/>
            <a:ext cx="2880000" cy="36000"/>
          </a:xfrm>
          <a:prstGeom prst="rect">
            <a:avLst/>
          </a:prstGeom>
          <a:solidFill>
            <a:srgbClr val="4CAF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3600000" y="4500000"/>
            <a:ext cx="720000" cy="14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66BB6A"/>
                </a:solidFill>
                <a:latin typeface="Microsoft YaHei"/>
                <a:ea typeface="Microsoft YaHei"/>
              </a:rPr>
              <a:t>日期</a:t>
            </a:r>
          </a:p>
        </p:txBody>
      </p:sp>
      <p:sp>
        <p:nvSpPr>
          <p:cNvPr id="16" name="TextBox 16"/>
          <p:cNvSpPr/>
          <p:nvPr/>
        </p:nvSpPr>
        <p:spPr>
          <a:xfrm>
            <a:off x="3600000" y="4680000"/>
            <a:ext cx="288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1B5E20"/>
                </a:solidFill>
                <a:latin typeface="Arial Black"/>
                <a:ea typeface="Arial Black"/>
              </a:rPr>
              <a:t>2026.03.21 - 03.25</a:t>
            </a:r>
          </a:p>
        </p:txBody>
      </p:sp>
      <p:sp>
        <p:nvSpPr>
          <p:cNvPr id="17" name="TextBox 17"/>
          <p:cNvSpPr/>
          <p:nvPr/>
        </p:nvSpPr>
        <p:spPr>
          <a:xfrm>
            <a:off x="3600000" y="4968000"/>
            <a:ext cx="720000" cy="14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66BB6A"/>
                </a:solidFill>
                <a:latin typeface="Microsoft YaHei"/>
                <a:ea typeface="Microsoft YaHei"/>
              </a:rPr>
              <a:t>地点</a:t>
            </a:r>
          </a:p>
        </p:txBody>
      </p:sp>
      <p:sp>
        <p:nvSpPr>
          <p:cNvPr id="18" name="TextBox 18"/>
          <p:cNvSpPr/>
          <p:nvPr/>
        </p:nvSpPr>
        <p:spPr>
          <a:xfrm>
            <a:off x="3600000" y="5148000"/>
            <a:ext cx="360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1B5E20"/>
                </a:solidFill>
                <a:latin typeface="Microsoft YaHei"/>
                <a:ea typeface="Microsoft YaHei"/>
              </a:rPr>
              <a:t>上海国际会议中心</a:t>
            </a:r>
          </a:p>
        </p:txBody>
      </p:sp>
      <p:sp>
        <p:nvSpPr>
          <p:cNvPr id="19" name="TextBox 19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4CAF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0" y="6588000"/>
            <a:ext cx="5400000" cy="72000"/>
          </a:xfrm>
          <a:prstGeom prst="rect">
            <a:avLst/>
          </a:prstGeom>
          <a:solidFill>
            <a:srgbClr val="8BC34A"/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5E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F5E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F5E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F5E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F5E9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