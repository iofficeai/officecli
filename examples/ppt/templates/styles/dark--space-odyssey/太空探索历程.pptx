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1e0e1ad56424ef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204b6a29adb496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204b6a29adb496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80ead09fb48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25d5b665443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97cff3f0346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4bde73fe449f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d2e74ab5679474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380896df542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/>
      <p:sp>
        <p:nvSpPr>
          <p:cNvPr id="2" name="planet-main"/>
          <p:cNvSpPr/>
          <p:nvPr/>
        </p:nvSpPr>
        <p:spPr>
          <a:xfrm xmlns:a="http://schemas.openxmlformats.org/drawingml/2006/main">
            <a:off x="8640000" y="2880000"/>
            <a:ext cx="4320000" cy="43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glow-accent"/>
          <p:cNvSpPr/>
          <p:nvPr/>
        </p:nvSpPr>
        <p:spPr>
          <a:xfrm xmlns:a="http://schemas.openxmlformats.org/drawingml/2006/main">
            <a:off x="7560000" y="1800000"/>
            <a:ext cx="6480000" cy="64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star-1"/>
          <p:cNvSpPr/>
          <p:nvPr/>
        </p:nvSpPr>
        <p:spPr>
          <a:xfrm xmlns:a="http://schemas.openxmlformats.org/drawingml/2006/main">
            <a:off x="1800000" y="1080000"/>
            <a:ext cx="288000" cy="28800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700">
              <a:alpha val="6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star-2"/>
          <p:cNvSpPr/>
          <p:nvPr/>
        </p:nvSpPr>
        <p:spPr>
          <a:xfrm xmlns:a="http://schemas.openxmlformats.org/drawingml/2006/main">
            <a:off x="2880000" y="2520000"/>
            <a:ext cx="216000" cy="21600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FFFF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star-3"/>
          <p:cNvSpPr/>
          <p:nvPr/>
        </p:nvSpPr>
        <p:spPr>
          <a:xfrm xmlns:a="http://schemas.openxmlformats.org/drawingml/2006/main">
            <a:off x="10080000" y="1440000"/>
            <a:ext cx="252000" cy="25200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700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line-orbit"/>
          <p:cNvSpPr/>
          <p:nvPr/>
        </p:nvSpPr>
        <p:spPr>
          <a:xfrm xmlns:a="http://schemas.openxmlformats.org/drawingml/2006/main">
            <a:off x="6480000" y="1440000"/>
            <a:ext cx="7200000" cy="720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4000">
            <a:solidFill>
              <a:srgbClr val="4A90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dot-small"/>
          <p:cNvSpPr/>
          <p:nvPr/>
        </p:nvSpPr>
        <p:spPr>
          <a:xfrm xmlns:a="http://schemas.openxmlformats.org/drawingml/2006/main">
            <a:off x="1080000" y="5400000"/>
            <a:ext cx="144000" cy="14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>
              <a:alpha val="8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hero-title"/>
          <p:cNvSpPr/>
          <p:nvPr/>
        </p:nvSpPr>
        <p:spPr>
          <a:xfrm xmlns:a="http://schemas.openxmlformats.org/drawingml/2006/main">
            <a:off x="1440000" y="2160000"/>
            <a:ext cx="93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6800" b="1">
                <a:solidFill>
                  <a:srgbClr val="FFFFFF"/>
                </a:solidFill>
                <a:latin typeface="苹方-简"/>
                <a:ea typeface="苹方-简"/>
              </a:rPr>
              <a:t>太空探索历程</a:t>
            </a:r>
          </a:p>
        </p:txBody>
      </p:sp>
      <p:sp>
        <p:nvSpPr>
          <p:cNvPr id="10" name="hero-subtitle"/>
          <p:cNvSpPr/>
          <p:nvPr/>
        </p:nvSpPr>
        <p:spPr>
          <a:xfrm xmlns:a="http://schemas.openxmlformats.org/drawingml/2006/main">
            <a:off x="1440000" y="378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B8C5D6"/>
                </a:solidFill>
                <a:latin typeface="苹方-简"/>
                <a:ea typeface="苹方-简"/>
              </a:rPr>
              <a:t>从地球到星辰大海的伟大征程</a:t>
            </a:r>
          </a:p>
        </p:txBody>
      </p:sp>
      <p:sp>
        <p:nvSpPr>
          <p:cNvPr id="11" name="statement-text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12" name="statement-subtitle"/>
          <p:cNvSpPr/>
          <p:nvPr/>
        </p:nvSpPr>
        <p:spPr>
          <a:xfrm xmlns:a="http://schemas.openxmlformats.org/drawingml/2006/main">
            <a:off x="12960000" y="18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13" name="pillar-title"/>
          <p:cNvSpPr/>
          <p:nvPr/>
        </p:nvSpPr>
        <p:spPr>
          <a:xfrm xmlns:a="http://schemas.openxmlformats.org/drawingml/2006/main">
            <a:off x="12960000" y="36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14" name="pillar-1-num"/>
          <p:cNvSpPr/>
          <p:nvPr/>
        </p:nvSpPr>
        <p:spPr>
          <a:xfrm xmlns:a="http://schemas.openxmlformats.org/drawingml/2006/main">
            <a:off x="12960000" y="54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15" name="pillar-1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16" name="pillar-1-desc"/>
          <p:cNvSpPr/>
          <p:nvPr/>
        </p:nvSpPr>
        <p:spPr>
          <a:xfrm xmlns:a="http://schemas.openxmlformats.org/drawingml/2006/main">
            <a:off x="12960000" y="18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17" name="pillar-2-num"/>
          <p:cNvSpPr/>
          <p:nvPr/>
        </p:nvSpPr>
        <p:spPr>
          <a:xfrm xmlns:a="http://schemas.openxmlformats.org/drawingml/2006/main">
            <a:off x="12960000" y="36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18" name="pillar-2-title"/>
          <p:cNvSpPr/>
          <p:nvPr/>
        </p:nvSpPr>
        <p:spPr>
          <a:xfrm xmlns:a="http://schemas.openxmlformats.org/drawingml/2006/main">
            <a:off x="12960000" y="54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19" name="pillar-2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0" name="pillar-3-num"/>
          <p:cNvSpPr/>
          <p:nvPr/>
        </p:nvSpPr>
        <p:spPr>
          <a:xfrm xmlns:a="http://schemas.openxmlformats.org/drawingml/2006/main">
            <a:off x="12960000" y="18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1" name="pillar-3-title"/>
          <p:cNvSpPr/>
          <p:nvPr/>
        </p:nvSpPr>
        <p:spPr>
          <a:xfrm xmlns:a="http://schemas.openxmlformats.org/drawingml/2006/main">
            <a:off x="12960000" y="36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2" name="pillar-3-desc"/>
          <p:cNvSpPr/>
          <p:nvPr/>
        </p:nvSpPr>
        <p:spPr>
          <a:xfrm xmlns:a="http://schemas.openxmlformats.org/drawingml/2006/main">
            <a:off x="12960000" y="54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3" name="showcase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4" name="showcase-quote"/>
          <p:cNvSpPr/>
          <p:nvPr/>
        </p:nvSpPr>
        <p:spPr>
          <a:xfrm xmlns:a="http://schemas.openxmlformats.org/drawingml/2006/main">
            <a:off x="12960000" y="18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5" name="showcase-data1"/>
          <p:cNvSpPr/>
          <p:nvPr/>
        </p:nvSpPr>
        <p:spPr>
          <a:xfrm xmlns:a="http://schemas.openxmlformats.org/drawingml/2006/main">
            <a:off x="12960000" y="36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6" name="showcase-data2"/>
          <p:cNvSpPr/>
          <p:nvPr/>
        </p:nvSpPr>
        <p:spPr>
          <a:xfrm xmlns:a="http://schemas.openxmlformats.org/drawingml/2006/main">
            <a:off x="12960000" y="54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7" name="evidence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8" name="evidence-main"/>
          <p:cNvSpPr/>
          <p:nvPr/>
        </p:nvSpPr>
        <p:spPr>
          <a:xfrm xmlns:a="http://schemas.openxmlformats.org/drawingml/2006/main">
            <a:off x="12960000" y="18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29" name="evidence-point1"/>
          <p:cNvSpPr/>
          <p:nvPr/>
        </p:nvSpPr>
        <p:spPr>
          <a:xfrm xmlns:a="http://schemas.openxmlformats.org/drawingml/2006/main">
            <a:off x="12960000" y="36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30" name="evidence-point2"/>
          <p:cNvSpPr/>
          <p:nvPr/>
        </p:nvSpPr>
        <p:spPr>
          <a:xfrm xmlns:a="http://schemas.openxmlformats.org/drawingml/2006/main">
            <a:off x="12960000" y="54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31" name="evidence-point3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32" name="cta-title"/>
          <p:cNvSpPr/>
          <p:nvPr/>
        </p:nvSpPr>
        <p:spPr>
          <a:xfrm xmlns:a="http://schemas.openxmlformats.org/drawingml/2006/main">
            <a:off x="12960000" y="18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  <p:sp>
        <p:nvSpPr>
          <p:cNvPr id="33" name="cta-text"/>
          <p:cNvSpPr/>
          <p:nvPr/>
        </p:nvSpPr>
        <p:spPr>
          <a:xfrm xmlns:a="http://schemas.openxmlformats.org/drawingml/2006/main">
            <a:off x="12960000" y="36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苹方-简"/>
                <a:ea typeface="苹方-简"/>
              </a:rPr>
              <a:t/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