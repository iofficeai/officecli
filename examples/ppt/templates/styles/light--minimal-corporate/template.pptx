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3f0fb062a514e02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30ef07b0f2a4906"/>
    <p:sldId id="257" r:id="Re8cb24f3f11648bb"/>
    <p:sldId id="258" r:id="R227287b51aa84dbc"/>
    <p:sldId id="259" r:id="R779b9bc67bd84c4b"/>
    <p:sldId id="260" r:id="Ra91f227bdbc2478a"/>
    <p:sldId id="261" r:id="Rbfffb7fde2734eb8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30ef07b0f2a4906" /><Relationship Type="http://schemas.openxmlformats.org/officeDocument/2006/relationships/slide" Target="/ppt/slides/slide2.xml" Id="Re8cb24f3f11648bb" /><Relationship Type="http://schemas.openxmlformats.org/officeDocument/2006/relationships/slide" Target="/ppt/slides/slide3.xml" Id="R227287b51aa84dbc" /><Relationship Type="http://schemas.openxmlformats.org/officeDocument/2006/relationships/slide" Target="/ppt/slides/slide4.xml" Id="R779b9bc67bd84c4b" /><Relationship Type="http://schemas.openxmlformats.org/officeDocument/2006/relationships/slide" Target="/ppt/slides/slide5.xml" Id="Ra91f227bdbc2478a" /><Relationship Type="http://schemas.openxmlformats.org/officeDocument/2006/relationships/slide" Target="/ppt/slides/slide6.xml" Id="Rbfffb7fde2734eb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96cb5986b4a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92a76b9854ab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18fd6a2fa3431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a8a48f2db426b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4dadddb82e14f7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bab0977094f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259e18eaa141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64eea8b804d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b11bcf10644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8973d9a7f848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8b4ef82dc4023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0" y="0"/>
            <a:ext cx="540000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TextBox 3"/>
          <p:cNvSpPr/>
          <p:nvPr/>
        </p:nvSpPr>
        <p:spPr>
          <a:xfrm>
            <a:off x="540000" y="0"/>
            <a:ext cx="11653200" cy="54000"/>
          </a:xfrm>
          <a:prstGeom prst="rect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TextBox 4"/>
          <p:cNvSpPr/>
          <p:nvPr/>
        </p:nvSpPr>
        <p:spPr>
          <a:xfrm>
            <a:off x="540000" y="6804000"/>
            <a:ext cx="11653200" cy="540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TextBox 5"/>
          <p:cNvSpPr/>
          <p:nvPr/>
        </p:nvSpPr>
        <p:spPr>
          <a:xfrm>
            <a:off x="10440000" y="720000"/>
            <a:ext cx="1260000" cy="1260000"/>
          </a:xfrm>
          <a:prstGeom prst="rect">
            <a:avLst/>
          </a:prstGeom>
          <a:solidFill>
            <a:srgbClr val="1E3A5F">
              <a:alpha val="1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TextBox 6"/>
          <p:cNvSpPr/>
          <p:nvPr/>
        </p:nvSpPr>
        <p:spPr>
          <a:xfrm>
            <a:off x="10800000" y="1080000"/>
            <a:ext cx="648000" cy="648000"/>
          </a:xfrm>
          <a:prstGeom prst="rect">
            <a:avLst/>
          </a:prstGeom>
          <a:solidFill>
            <a:srgbClr val="D4A84B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TextBox 7"/>
          <p:cNvSpPr/>
          <p:nvPr/>
        </p:nvSpPr>
        <p:spPr>
          <a:xfrm>
            <a:off x="11088000" y="1368000"/>
            <a:ext cx="432000" cy="432000"/>
          </a:xfrm>
          <a:prstGeom prst="rect">
            <a:avLst/>
          </a:prstGeom>
          <a:solidFill>
            <a:srgbClr val="1E3A5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TextBox 8"/>
          <p:cNvSpPr/>
          <p:nvPr/>
        </p:nvSpPr>
        <p:spPr>
          <a:xfrm>
            <a:off x="10260000" y="4860000"/>
            <a:ext cx="1620000" cy="16200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TextBox 9"/>
          <p:cNvSpPr/>
          <p:nvPr/>
        </p:nvSpPr>
        <p:spPr>
          <a:xfrm>
            <a:off x="10512000" y="5112000"/>
            <a:ext cx="1008000" cy="1008000"/>
          </a:xfrm>
          <a:prstGeom prst="rect">
            <a:avLst/>
          </a:prstGeom>
          <a:solidFill>
            <a:srgbClr val="1E3A5F">
              <a:alpha val="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TextBox 10"/>
          <p:cNvSpPr/>
          <p:nvPr/>
        </p:nvSpPr>
        <p:spPr>
          <a:xfrm>
            <a:off x="10728000" y="5328000"/>
            <a:ext cx="540000" cy="540000"/>
          </a:xfrm>
          <a:prstGeom prst="rect">
            <a:avLst/>
          </a:prstGeom>
          <a:solidFill>
            <a:srgbClr val="D4A84B">
              <a:alpha val="2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1" name="TextBox 11"/>
          <p:cNvSpPr/>
          <p:nvPr/>
        </p:nvSpPr>
        <p:spPr>
          <a:xfrm>
            <a:off x="900000" y="1080000"/>
            <a:ext cx="3600000" cy="288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D4A84B"/>
                </a:solidFill>
                <a:latin typeface="Arial Black"/>
                <a:ea typeface="Arial Black"/>
              </a:rPr>
              <a:t>ANNUAL REPORT</a:t>
            </a:r>
          </a:p>
        </p:txBody>
      </p:sp>
      <p:sp>
        <p:nvSpPr>
          <p:cNvPr id="12" name="TextBox 12"/>
          <p:cNvSpPr/>
          <p:nvPr/>
        </p:nvSpPr>
        <p:spPr>
          <a:xfrm>
            <a:off x="900000" y="2160000"/>
            <a:ext cx="8640000" cy="90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5600" b="1">
                <a:solidFill>
                  <a:srgbClr val="1E3A5F"/>
                </a:solidFill>
                <a:latin typeface="Microsoft YaHei"/>
                <a:ea typeface="Microsoft YaHei"/>
              </a:rPr>
              <a:t>2025 年度工作汇报</a:t>
            </a:r>
          </a:p>
        </p:txBody>
      </p:sp>
      <p:sp>
        <p:nvSpPr>
          <p:cNvPr id="13" name="TextBox 13"/>
          <p:cNvSpPr/>
          <p:nvPr/>
        </p:nvSpPr>
        <p:spPr>
          <a:xfrm>
            <a:off x="900000" y="3240000"/>
            <a:ext cx="8640000" cy="432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200">
                <a:solidFill>
                  <a:srgbClr val="666666"/>
                </a:solidFill>
                <a:latin typeface="Microsoft YaHei"/>
                <a:ea typeface="Microsoft YaHei"/>
              </a:rPr>
              <a:t>砥砺前行 · 创新突破 · 共赢未来</a:t>
            </a:r>
          </a:p>
        </p:txBody>
      </p:sp>
      <p:sp>
        <p:nvSpPr>
          <p:cNvPr id="14" name="TextBox 14"/>
          <p:cNvSpPr/>
          <p:nvPr/>
        </p:nvSpPr>
        <p:spPr>
          <a:xfrm>
            <a:off x="900000" y="3960000"/>
            <a:ext cx="2880000" cy="28800"/>
          </a:xfrm>
          <a:prstGeom prst="rect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5" name="TextBox 15"/>
          <p:cNvSpPr/>
          <p:nvPr/>
        </p:nvSpPr>
        <p:spPr>
          <a:xfrm>
            <a:off x="900000" y="4680000"/>
            <a:ext cx="4320000" cy="14400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6" name="TextBox 16"/>
          <p:cNvSpPr/>
          <p:nvPr/>
        </p:nvSpPr>
        <p:spPr>
          <a:xfrm>
            <a:off x="1188000" y="4860000"/>
            <a:ext cx="108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999999"/>
                </a:solidFill>
                <a:latin typeface="Microsoft YaHei"/>
                <a:ea typeface="Microsoft YaHei"/>
              </a:rPr>
              <a:t>汇报人</a:t>
            </a:r>
          </a:p>
        </p:txBody>
      </p:sp>
      <p:sp>
        <p:nvSpPr>
          <p:cNvPr id="17" name="TextBox 17"/>
          <p:cNvSpPr/>
          <p:nvPr/>
        </p:nvSpPr>
        <p:spPr>
          <a:xfrm>
            <a:off x="1188000" y="5112000"/>
            <a:ext cx="180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000" b="1">
                <a:solidFill>
                  <a:srgbClr val="1E3A5F"/>
                </a:solidFill>
                <a:latin typeface="Microsoft YaHei"/>
                <a:ea typeface="Microsoft YaHei"/>
              </a:rPr>
              <a:t>张明远</a:t>
            </a:r>
          </a:p>
        </p:txBody>
      </p:sp>
      <p:sp>
        <p:nvSpPr>
          <p:cNvPr id="18" name="TextBox 18"/>
          <p:cNvSpPr/>
          <p:nvPr/>
        </p:nvSpPr>
        <p:spPr>
          <a:xfrm>
            <a:off x="1188000" y="5508000"/>
            <a:ext cx="288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666666"/>
                </a:solidFill>
                <a:latin typeface="Microsoft YaHei"/>
                <a:ea typeface="Microsoft YaHei"/>
              </a:rPr>
              <a:t>产品研发部 · 高级经理</a:t>
            </a:r>
          </a:p>
        </p:txBody>
      </p:sp>
      <p:sp>
        <p:nvSpPr>
          <p:cNvPr id="19" name="TextBox 19"/>
          <p:cNvSpPr/>
          <p:nvPr/>
        </p:nvSpPr>
        <p:spPr>
          <a:xfrm>
            <a:off x="900000" y="4680000"/>
            <a:ext cx="36000" cy="1440000"/>
          </a:xfrm>
          <a:prstGeom prst="rect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0" name="TextBox 20"/>
          <p:cNvSpPr/>
          <p:nvPr/>
        </p:nvSpPr>
        <p:spPr>
          <a:xfrm>
            <a:off x="5580000" y="4680000"/>
            <a:ext cx="3600000" cy="14400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1" name="TextBox 21"/>
          <p:cNvSpPr/>
          <p:nvPr/>
        </p:nvSpPr>
        <p:spPr>
          <a:xfrm>
            <a:off x="5868000" y="4860000"/>
            <a:ext cx="1440000" cy="18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200">
                <a:solidFill>
                  <a:srgbClr val="999999"/>
                </a:solidFill>
                <a:latin typeface="Microsoft YaHei"/>
                <a:ea typeface="Microsoft YaHei"/>
              </a:rPr>
              <a:t>汇报日期</a:t>
            </a:r>
          </a:p>
        </p:txBody>
      </p:sp>
      <p:sp>
        <p:nvSpPr>
          <p:cNvPr id="22" name="TextBox 22"/>
          <p:cNvSpPr/>
          <p:nvPr/>
        </p:nvSpPr>
        <p:spPr>
          <a:xfrm>
            <a:off x="5868000" y="5112000"/>
            <a:ext cx="2160000" cy="360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2000">
                <a:solidFill>
                  <a:srgbClr val="1E3A5F"/>
                </a:solidFill>
                <a:latin typeface="Arial Black"/>
                <a:ea typeface="Arial Black"/>
              </a:rPr>
              <a:t>2025.01.15</a:t>
            </a:r>
          </a:p>
        </p:txBody>
      </p:sp>
      <p:sp>
        <p:nvSpPr>
          <p:cNvPr id="23" name="TextBox 23"/>
          <p:cNvSpPr/>
          <p:nvPr/>
        </p:nvSpPr>
        <p:spPr>
          <a:xfrm>
            <a:off x="5868000" y="5508000"/>
            <a:ext cx="2880000" cy="216000"/>
          </a:xfrm>
          <a:prstGeom prst="rect">
            <a:avLst/>
          </a:prstGeom>
          <a:noFill/>
        </p:spPr>
        <p:txBody>
          <a:bodyPr/>
          <a:lstStyle/>
          <a:p>
            <a:pPr algn="l"/>
            <a:r>
              <a:rPr lang="en-US" sz="1400">
                <a:solidFill>
                  <a:srgbClr val="666666"/>
                </a:solidFill>
                <a:latin typeface="Microsoft YaHei"/>
                <a:ea typeface="Microsoft YaHei"/>
              </a:rPr>
              <a:t>年度工作总结会议</a:t>
            </a:r>
          </a:p>
        </p:txBody>
      </p:sp>
      <p:sp>
        <p:nvSpPr>
          <p:cNvPr id="24" name="TextBox 24"/>
          <p:cNvSpPr/>
          <p:nvPr/>
        </p:nvSpPr>
        <p:spPr>
          <a:xfrm>
            <a:off x="5580000" y="4680000"/>
            <a:ext cx="36000" cy="1440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5" name="TextBox 25"/>
          <p:cNvSpPr/>
          <p:nvPr/>
        </p:nvSpPr>
        <p:spPr>
          <a:xfrm>
            <a:off x="648000" y="1800000"/>
            <a:ext cx="108000" cy="108000"/>
          </a:xfrm>
          <a:prstGeom prst="ellipse">
            <a:avLst/>
          </a:prstGeom>
          <a:solidFill>
            <a:srgbClr val="D4A84B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6" name="TextBox 26"/>
          <p:cNvSpPr/>
          <p:nvPr/>
        </p:nvSpPr>
        <p:spPr>
          <a:xfrm>
            <a:off x="756000" y="1980000"/>
            <a:ext cx="72000" cy="72000"/>
          </a:xfrm>
          <a:prstGeom prst="ellipse">
            <a:avLst/>
          </a:prstGeom>
          <a:solidFill>
            <a:srgbClr val="1E3A5F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7" name="TextBox 27"/>
          <p:cNvSpPr/>
          <p:nvPr/>
        </p:nvSpPr>
        <p:spPr>
          <a:xfrm>
            <a:off x="576000" y="2088000"/>
            <a:ext cx="54000" cy="54000"/>
          </a:xfrm>
          <a:prstGeom prst="ellipse">
            <a:avLst/>
          </a:prstGeom>
          <a:solidFill>
            <a:srgbClr val="D4A84B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8" name="TextBox 28"/>
          <p:cNvSpPr/>
          <p:nvPr/>
        </p:nvSpPr>
        <p:spPr>
          <a:xfrm>
            <a:off x="900000" y="4320000"/>
            <a:ext cx="5400000" cy="108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29" name="TextBox 29"/>
          <p:cNvSpPr/>
          <p:nvPr/>
        </p:nvSpPr>
        <p:spPr>
          <a:xfrm>
            <a:off x="900000" y="4500000"/>
            <a:ext cx="3600000" cy="10800"/>
          </a:xfrm>
          <a:prstGeom prst="rect">
            <a:avLst/>
          </a:prstGeom>
          <a:solidFill>
            <a:srgbClr val="E8EEF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0" name="TextBox 30"/>
          <p:cNvSpPr/>
          <p:nvPr/>
        </p:nvSpPr>
        <p:spPr>
          <a:xfrm>
            <a:off x="3600000" y="0"/>
            <a:ext cx="7200" cy="6858000"/>
          </a:xfrm>
          <a:prstGeom prst="rect">
            <a:avLst/>
          </a:prstGeom>
          <a:solidFill>
            <a:srgbClr val="E8EEF4">
              <a:alpha val="5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1" name="TextBox 31"/>
          <p:cNvSpPr/>
          <p:nvPr/>
        </p:nvSpPr>
        <p:spPr>
          <a:xfrm>
            <a:off x="7200000" y="0"/>
            <a:ext cx="7200" cy="6858000"/>
          </a:xfrm>
          <a:prstGeom prst="rect">
            <a:avLst/>
          </a:prstGeom>
          <a:solidFill>
            <a:srgbClr val="E8EEF4">
              <a:alpha val="30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