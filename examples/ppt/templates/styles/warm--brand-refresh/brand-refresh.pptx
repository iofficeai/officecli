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c4032838367474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9ca0b42f59e41f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9ca0b42f59e41f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df280032245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cc362676849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dbf09ffc64f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40c9797cf4d0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3fdbb8af41a4bd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88a4815e849ed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photo-1"/>
          <p:cNvSpPr/>
          <p:nvPr/>
        </p:nvSpPr>
        <p:spPr>
          <a:xfrm>
            <a:off x="5580000" y="0"/>
            <a:ext cx="3600000" cy="46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blk-a"/>
          <p:cNvSpPr/>
          <p:nvPr/>
        </p:nvSpPr>
        <p:spPr>
          <a:xfrm>
            <a:off x="9180000" y="0"/>
            <a:ext cx="3013200" cy="2520000"/>
          </a:xfrm>
          <a:prstGeom prst="rect">
            <a:avLst/>
          </a:prstGeom>
          <a:solidFill>
            <a:srgbClr val="162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blk-b"/>
          <p:cNvSpPr/>
          <p:nvPr/>
        </p:nvSpPr>
        <p:spPr>
          <a:xfrm>
            <a:off x="9180000" y="2520000"/>
            <a:ext cx="1440000" cy="2160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blk-c"/>
          <p:cNvSpPr/>
          <p:nvPr/>
        </p:nvSpPr>
        <p:spPr>
          <a:xfrm>
            <a:off x="10620000" y="2520000"/>
            <a:ext cx="1573200" cy="2160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blk-d"/>
          <p:cNvSpPr/>
          <p:nvPr/>
        </p:nvSpPr>
        <p:spPr>
          <a:xfrm>
            <a:off x="5580000" y="4680000"/>
            <a:ext cx="1800000" cy="2178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blk-e"/>
          <p:cNvSpPr/>
          <p:nvPr/>
        </p:nvSpPr>
        <p:spPr>
          <a:xfrm>
            <a:off x="7380000" y="4680000"/>
            <a:ext cx="1800000" cy="2178000"/>
          </a:xfrm>
          <a:prstGeom prst="rect">
            <a:avLst/>
          </a:prstGeom>
          <a:solidFill>
            <a:srgbClr val="7EC8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blk-f"/>
          <p:cNvSpPr/>
          <p:nvPr/>
        </p:nvSpPr>
        <p:spPr>
          <a:xfrm>
            <a:off x="9180000" y="4680000"/>
            <a:ext cx="3013200" cy="2178000"/>
          </a:xfrm>
          <a:prstGeom prst="rect">
            <a:avLst/>
          </a:prstGeom>
          <a:solidFill>
            <a:srgbClr val="E8749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photo-2"/>
          <p:cNvSpPr/>
          <p:nvPr/>
        </p:nvSpPr>
        <p:spPr>
          <a:xfrm>
            <a:off x="11880000" y="6678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ag"/>
          <p:cNvSpPr/>
          <p:nvPr/>
        </p:nvSpPr>
        <p:spPr>
          <a:xfrm>
            <a:off x="576000" y="2520000"/>
            <a:ext cx="46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9A9080"/>
                </a:solidFill>
                <a:latin typeface="Arial"/>
                <a:ea typeface="Arial"/>
              </a:rPr>
              <a:t>BRAND REFRESH 2025</a:t>
            </a:r>
          </a:p>
        </p:txBody>
      </p:sp>
      <p:sp>
        <p:nvSpPr>
          <p:cNvPr id="11" name="h-title"/>
          <p:cNvSpPr/>
          <p:nvPr/>
        </p:nvSpPr>
        <p:spPr>
          <a:xfrm>
            <a:off x="576000" y="2808000"/>
            <a:ext cx="4680000" cy="19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162040"/>
                </a:solidFill>
                <a:latin typeface="Arial"/>
                <a:ea typeface="Arial"/>
              </a:rPr>
              <a:t>Your Brand, Redefined.</a:t>
            </a:r>
          </a:p>
        </p:txBody>
      </p:sp>
      <p:sp>
        <p:nvSpPr>
          <p:cNvPr id="12" name="h-sub"/>
          <p:cNvSpPr/>
          <p:nvPr/>
        </p:nvSpPr>
        <p:spPr>
          <a:xfrm>
            <a:off x="576000" y="5040000"/>
            <a:ext cx="46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6355"/>
                </a:solidFill>
                <a:latin typeface="Arial"/>
                <a:ea typeface="Arial"/>
              </a:rPr>
              <a:t>A new visual language built for how the world sees you now.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