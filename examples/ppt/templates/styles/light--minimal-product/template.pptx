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450e7f318c2493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0adc2d7ec5e4812"/>
    <p:sldId id="257" r:id="Rfbed6d56d7a34329"/>
    <p:sldId id="258" r:id="R0ec4b99a00d5460d"/>
    <p:sldId id="259" r:id="R7f4a1429e2604bd4"/>
    <p:sldId id="260" r:id="Rbd87bfa0e9a8472a"/>
    <p:sldId id="261" r:id="R9b889e94d6c64dd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0adc2d7ec5e4812" /><Relationship Type="http://schemas.openxmlformats.org/officeDocument/2006/relationships/slide" Target="/ppt/slides/slide2.xml" Id="Rfbed6d56d7a34329" /><Relationship Type="http://schemas.openxmlformats.org/officeDocument/2006/relationships/slide" Target="/ppt/slides/slide3.xml" Id="R0ec4b99a00d5460d" /><Relationship Type="http://schemas.openxmlformats.org/officeDocument/2006/relationships/slide" Target="/ppt/slides/slide4.xml" Id="R7f4a1429e2604bd4" /><Relationship Type="http://schemas.openxmlformats.org/officeDocument/2006/relationships/slide" Target="/ppt/slides/slide5.xml" Id="Rbd87bfa0e9a8472a" /><Relationship Type="http://schemas.openxmlformats.org/officeDocument/2006/relationships/slide" Target="/ppt/slides/slide6.xml" Id="R9b889e94d6c64dd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5bed98d554f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d7afb5df147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5604529f241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8543daf2f488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ee9f69e3635492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d244bb1534b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50a8d51ee45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8796a7d8a41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0c7e1139f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d0bf87458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af778652f4abc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0" y="6300000"/>
            <a:ext cx="5040000" cy="18000"/>
          </a:xfrm>
          <a:prstGeom prst="rect">
            <a:avLst/>
          </a:prstGeom>
          <a:solidFill>
            <a:srgbClr val="00B89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800000" y="1080000"/>
            <a:ext cx="2880000" cy="2880000"/>
          </a:xfrm>
          <a:prstGeom prst="ellipse">
            <a:avLst/>
          </a:prstGeom>
          <a:solidFill>
            <a:srgbClr val="00B894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2880000"/>
            <a:ext cx="2160000" cy="2160000"/>
          </a:xfrm>
          <a:prstGeom prst="ellipse">
            <a:avLst/>
          </a:prstGeom>
          <a:solidFill>
            <a:srgbClr val="2D3436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2880000" y="4320000"/>
            <a:ext cx="1440000" cy="1440000"/>
          </a:xfrm>
          <a:prstGeom prst="ellipse">
            <a:avLst/>
          </a:prstGeom>
          <a:solidFill>
            <a:srgbClr val="00B894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7200">
                <a:solidFill>
                  <a:srgbClr val="2D3436"/>
                </a:solidFill>
                <a:latin typeface="Arial"/>
                <a:ea typeface="Arial"/>
              </a:rPr>
              <a:t>MINIMAL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2700000"/>
            <a:ext cx="10800000" cy="90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600" b="1">
                <a:solidFill>
                  <a:srgbClr val="2D3436"/>
                </a:solidFill>
                <a:latin typeface="Microsoft YaHei"/>
                <a:ea typeface="Microsoft YaHei"/>
              </a:rPr>
              <a:t>极简产品</a:t>
            </a:r>
          </a:p>
        </p:txBody>
      </p:sp>
      <p:sp>
        <p:nvSpPr>
          <p:cNvPr id="8" name="TextBox 8"/>
          <p:cNvSpPr/>
          <p:nvPr/>
        </p:nvSpPr>
        <p:spPr>
          <a:xfrm>
            <a:off x="5040000" y="3780000"/>
            <a:ext cx="2160000" cy="28800"/>
          </a:xfrm>
          <a:prstGeom prst="rect">
            <a:avLst/>
          </a:prstGeom>
          <a:solidFill>
            <a:srgbClr val="00B89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4140000"/>
            <a:ext cx="108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800">
                <a:solidFill>
                  <a:srgbClr val="636E72"/>
                </a:solidFill>
                <a:latin typeface="Arial"/>
                <a:ea typeface="Arial"/>
              </a:rPr>
              <a:t>Minimal Product Introduction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680000"/>
            <a:ext cx="10800000" cy="28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>
                <a:solidFill>
                  <a:srgbClr val="B2BEC3"/>
                </a:solidFill>
                <a:latin typeface="Microsoft YaHei"/>
                <a:ea typeface="Microsoft YaHei"/>
              </a:rPr>
              <a:t>产品介绍模板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5580000"/>
            <a:ext cx="10800000" cy="28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>
                <a:solidFill>
                  <a:srgbClr val="00B894"/>
                </a:solidFill>
                <a:latin typeface="Arial Black"/>
                <a:ea typeface="Arial Black"/>
              </a:rPr>
              <a:t>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