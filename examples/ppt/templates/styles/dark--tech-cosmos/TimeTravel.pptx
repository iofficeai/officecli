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4130ab51dac4a4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829707aac574035"/>
    <p:sldId id="257" r:id="Rcdb7110440bd495b"/>
    <p:sldId id="258" r:id="R23e748ba1b084145"/>
    <p:sldId id="259" r:id="R9658d9d29af44de7"/>
    <p:sldId id="260" r:id="R859c2e06241a4dc1"/>
    <p:sldId id="261" r:id="R8b4d3012badf480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829707aac574035" /><Relationship Type="http://schemas.openxmlformats.org/officeDocument/2006/relationships/slide" Target="/ppt/slides/slide2.xml" Id="Rcdb7110440bd495b" /><Relationship Type="http://schemas.openxmlformats.org/officeDocument/2006/relationships/slide" Target="/ppt/slides/slide3.xml" Id="R23e748ba1b084145" /><Relationship Type="http://schemas.openxmlformats.org/officeDocument/2006/relationships/slide" Target="/ppt/slides/slide4.xml" Id="R9658d9d29af44de7" /><Relationship Type="http://schemas.openxmlformats.org/officeDocument/2006/relationships/slide" Target="/ppt/slides/slide5.xml" Id="R859c2e06241a4dc1" /><Relationship Type="http://schemas.openxmlformats.org/officeDocument/2006/relationships/slide" Target="/ppt/slides/slide6.xml" Id="R8b4d3012badf480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222f47c2645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298424dc841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0d02eaccc41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f44b3262549e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07d6be721664de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5323fc55647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79dfef0d04b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a01f470a044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53fbd61204a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d32b917e449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684607a0d4d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