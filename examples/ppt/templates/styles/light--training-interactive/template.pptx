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045aa16d46a4728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27cb875cd3cc4193"/>
    <p:sldId id="257" r:id="Rd98fd79d6a434972"/>
    <p:sldId id="258" r:id="R49fc41e32b244ff4"/>
    <p:sldId id="259" r:id="R6b04b611800e46ee"/>
    <p:sldId id="260" r:id="R10422da035fb45b3"/>
    <p:sldId id="261" r:id="R3b9a5dd505964110"/>
    <p:sldId id="262" r:id="R087152914a03412d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27cb875cd3cc4193" /><Relationship Type="http://schemas.openxmlformats.org/officeDocument/2006/relationships/slide" Target="/ppt/slides/slide2.xml" Id="Rd98fd79d6a434972" /><Relationship Type="http://schemas.openxmlformats.org/officeDocument/2006/relationships/slide" Target="/ppt/slides/slide3.xml" Id="R49fc41e32b244ff4" /><Relationship Type="http://schemas.openxmlformats.org/officeDocument/2006/relationships/slide" Target="/ppt/slides/slide4.xml" Id="R6b04b611800e46ee" /><Relationship Type="http://schemas.openxmlformats.org/officeDocument/2006/relationships/slide" Target="/ppt/slides/slide5.xml" Id="R10422da035fb45b3" /><Relationship Type="http://schemas.openxmlformats.org/officeDocument/2006/relationships/slide" Target="/ppt/slides/slide6.xml" Id="R3b9a5dd505964110" /><Relationship Type="http://schemas.openxmlformats.org/officeDocument/2006/relationships/slide" Target="/ppt/slides/slide7.xml" Id="R087152914a03412d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95f3c36fef41d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941515100d4e5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3f89c82fec416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d27a0cbb404d45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0952e79c743c4b63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8e59c86854e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f7ea8a37049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7bc73670246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e613ee67d4b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4b677da144c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43246299241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cf0d25b2b4544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9E6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0" y="0"/>
            <a:ext cx="12193200" cy="180000"/>
          </a:xfrm>
          <a:prstGeom prst="rect">
            <a:avLst/>
          </a:prstGeom>
          <a:solidFill>
            <a:srgbClr val="FF6B6B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0" y="180000"/>
            <a:ext cx="2880000" cy="54000"/>
          </a:xfrm>
          <a:prstGeom prst="rect">
            <a:avLst/>
          </a:prstGeom>
          <a:solidFill>
            <a:srgbClr val="4ECDC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2880000" y="180000"/>
            <a:ext cx="2160000" cy="54000"/>
          </a:xfrm>
          <a:prstGeom prst="rect">
            <a:avLst/>
          </a:prstGeom>
          <a:solidFill>
            <a:srgbClr val="FFE66D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0" y="360000"/>
            <a:ext cx="1440000" cy="6498000"/>
          </a:xfrm>
          <a:prstGeom prst="rect">
            <a:avLst/>
          </a:prstGeom>
          <a:solidFill>
            <a:srgbClr val="FF6B6B">
              <a:alpha val="1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180000" y="2160000"/>
            <a:ext cx="1080000" cy="1080000"/>
          </a:xfrm>
          <a:prstGeom prst="ellipse">
            <a:avLst/>
          </a:prstGeom>
          <a:solidFill>
            <a:srgbClr val="FF6B6B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360000" y="3600000"/>
            <a:ext cx="720000" cy="720000"/>
          </a:xfrm>
          <a:prstGeom prst="ellipse">
            <a:avLst/>
          </a:prstGeom>
          <a:solidFill>
            <a:srgbClr val="4ECDC4">
              <a:alpha val="1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288000" y="4680000"/>
            <a:ext cx="900000" cy="900000"/>
          </a:xfrm>
          <a:prstGeom prst="ellipse">
            <a:avLst/>
          </a:prstGeom>
          <a:solidFill>
            <a:srgbClr val="FFE66D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360000" y="360000"/>
            <a:ext cx="108000" cy="108000"/>
          </a:xfrm>
          <a:prstGeom prst="ellipse">
            <a:avLst/>
          </a:prstGeom>
          <a:solidFill>
            <a:srgbClr val="FF6B6B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720000" y="720000"/>
            <a:ext cx="90000" cy="90000"/>
          </a:xfrm>
          <a:prstGeom prst="ellipse">
            <a:avLst/>
          </a:prstGeom>
          <a:solidFill>
            <a:srgbClr val="4ECDC4">
              <a:alpha val="2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1080000" y="1080000"/>
            <a:ext cx="72000" cy="72000"/>
          </a:xfrm>
          <a:prstGeom prst="ellipse">
            <a:avLst/>
          </a:prstGeom>
          <a:solidFill>
            <a:srgbClr val="FFE66D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360000" y="720000"/>
            <a:ext cx="108000" cy="108000"/>
          </a:xfrm>
          <a:prstGeom prst="ellipse">
            <a:avLst/>
          </a:prstGeom>
          <a:solidFill>
            <a:srgbClr val="FF6B6B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720000" y="1080000"/>
            <a:ext cx="90000" cy="90000"/>
          </a:xfrm>
          <a:prstGeom prst="ellipse">
            <a:avLst/>
          </a:prstGeom>
          <a:solidFill>
            <a:srgbClr val="4ECDC4">
              <a:alpha val="2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1080000" y="1440000"/>
            <a:ext cx="72000" cy="72000"/>
          </a:xfrm>
          <a:prstGeom prst="ellipse">
            <a:avLst/>
          </a:prstGeom>
          <a:solidFill>
            <a:srgbClr val="FFE66D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360000" y="1080000"/>
            <a:ext cx="108000" cy="108000"/>
          </a:xfrm>
          <a:prstGeom prst="ellipse">
            <a:avLst/>
          </a:prstGeom>
          <a:solidFill>
            <a:srgbClr val="FF6B6B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TextBox 16"/>
          <p:cNvSpPr/>
          <p:nvPr/>
        </p:nvSpPr>
        <p:spPr>
          <a:xfrm>
            <a:off x="720000" y="1440000"/>
            <a:ext cx="90000" cy="90000"/>
          </a:xfrm>
          <a:prstGeom prst="ellipse">
            <a:avLst/>
          </a:prstGeom>
          <a:solidFill>
            <a:srgbClr val="4ECDC4">
              <a:alpha val="2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1080000" y="1800000"/>
            <a:ext cx="72000" cy="72000"/>
          </a:xfrm>
          <a:prstGeom prst="ellipse">
            <a:avLst/>
          </a:prstGeom>
          <a:solidFill>
            <a:srgbClr val="FFE66D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360000" y="1440000"/>
            <a:ext cx="108000" cy="108000"/>
          </a:xfrm>
          <a:prstGeom prst="ellipse">
            <a:avLst/>
          </a:prstGeom>
          <a:solidFill>
            <a:srgbClr val="FF6B6B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TextBox 19"/>
          <p:cNvSpPr/>
          <p:nvPr/>
        </p:nvSpPr>
        <p:spPr>
          <a:xfrm>
            <a:off x="720000" y="1800000"/>
            <a:ext cx="90000" cy="90000"/>
          </a:xfrm>
          <a:prstGeom prst="ellipse">
            <a:avLst/>
          </a:prstGeom>
          <a:solidFill>
            <a:srgbClr val="4ECDC4">
              <a:alpha val="2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TextBox 20"/>
          <p:cNvSpPr/>
          <p:nvPr/>
        </p:nvSpPr>
        <p:spPr>
          <a:xfrm>
            <a:off x="1080000" y="2160000"/>
            <a:ext cx="72000" cy="72000"/>
          </a:xfrm>
          <a:prstGeom prst="ellipse">
            <a:avLst/>
          </a:prstGeom>
          <a:solidFill>
            <a:srgbClr val="FFE66D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360000" y="1800000"/>
            <a:ext cx="108000" cy="108000"/>
          </a:xfrm>
          <a:prstGeom prst="ellipse">
            <a:avLst/>
          </a:prstGeom>
          <a:solidFill>
            <a:srgbClr val="FF6B6B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" name="TextBox 22"/>
          <p:cNvSpPr/>
          <p:nvPr/>
        </p:nvSpPr>
        <p:spPr>
          <a:xfrm>
            <a:off x="720000" y="2160000"/>
            <a:ext cx="90000" cy="90000"/>
          </a:xfrm>
          <a:prstGeom prst="ellipse">
            <a:avLst/>
          </a:prstGeom>
          <a:solidFill>
            <a:srgbClr val="4ECDC4">
              <a:alpha val="2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" name="TextBox 23"/>
          <p:cNvSpPr/>
          <p:nvPr/>
        </p:nvSpPr>
        <p:spPr>
          <a:xfrm>
            <a:off x="1080000" y="2520000"/>
            <a:ext cx="72000" cy="72000"/>
          </a:xfrm>
          <a:prstGeom prst="ellipse">
            <a:avLst/>
          </a:prstGeom>
          <a:solidFill>
            <a:srgbClr val="FFE66D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" name="TextBox 24"/>
          <p:cNvSpPr/>
          <p:nvPr/>
        </p:nvSpPr>
        <p:spPr>
          <a:xfrm>
            <a:off x="360000" y="2160000"/>
            <a:ext cx="108000" cy="108000"/>
          </a:xfrm>
          <a:prstGeom prst="ellipse">
            <a:avLst/>
          </a:prstGeom>
          <a:solidFill>
            <a:srgbClr val="FF6B6B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" name="TextBox 25"/>
          <p:cNvSpPr/>
          <p:nvPr/>
        </p:nvSpPr>
        <p:spPr>
          <a:xfrm>
            <a:off x="720000" y="2520000"/>
            <a:ext cx="90000" cy="90000"/>
          </a:xfrm>
          <a:prstGeom prst="ellipse">
            <a:avLst/>
          </a:prstGeom>
          <a:solidFill>
            <a:srgbClr val="4ECDC4">
              <a:alpha val="2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" name="TextBox 26"/>
          <p:cNvSpPr/>
          <p:nvPr/>
        </p:nvSpPr>
        <p:spPr>
          <a:xfrm>
            <a:off x="1080000" y="2880000"/>
            <a:ext cx="72000" cy="72000"/>
          </a:xfrm>
          <a:prstGeom prst="ellipse">
            <a:avLst/>
          </a:prstGeom>
          <a:solidFill>
            <a:srgbClr val="FFE66D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" name="TextBox 27"/>
          <p:cNvSpPr/>
          <p:nvPr/>
        </p:nvSpPr>
        <p:spPr>
          <a:xfrm>
            <a:off x="360000" y="2520000"/>
            <a:ext cx="108000" cy="108000"/>
          </a:xfrm>
          <a:prstGeom prst="ellipse">
            <a:avLst/>
          </a:prstGeom>
          <a:solidFill>
            <a:srgbClr val="FF6B6B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" name="TextBox 28"/>
          <p:cNvSpPr/>
          <p:nvPr/>
        </p:nvSpPr>
        <p:spPr>
          <a:xfrm>
            <a:off x="720000" y="2880000"/>
            <a:ext cx="90000" cy="90000"/>
          </a:xfrm>
          <a:prstGeom prst="ellipse">
            <a:avLst/>
          </a:prstGeom>
          <a:solidFill>
            <a:srgbClr val="4ECDC4">
              <a:alpha val="2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" name="TextBox 29"/>
          <p:cNvSpPr/>
          <p:nvPr/>
        </p:nvSpPr>
        <p:spPr>
          <a:xfrm>
            <a:off x="1080000" y="3240000"/>
            <a:ext cx="72000" cy="72000"/>
          </a:xfrm>
          <a:prstGeom prst="ellipse">
            <a:avLst/>
          </a:prstGeom>
          <a:solidFill>
            <a:srgbClr val="FFE66D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0" name="TextBox 30"/>
          <p:cNvSpPr/>
          <p:nvPr/>
        </p:nvSpPr>
        <p:spPr>
          <a:xfrm>
            <a:off x="360000" y="2880000"/>
            <a:ext cx="108000" cy="108000"/>
          </a:xfrm>
          <a:prstGeom prst="ellipse">
            <a:avLst/>
          </a:prstGeom>
          <a:solidFill>
            <a:srgbClr val="FF6B6B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1" name="TextBox 31"/>
          <p:cNvSpPr/>
          <p:nvPr/>
        </p:nvSpPr>
        <p:spPr>
          <a:xfrm>
            <a:off x="720000" y="3240000"/>
            <a:ext cx="90000" cy="90000"/>
          </a:xfrm>
          <a:prstGeom prst="ellipse">
            <a:avLst/>
          </a:prstGeom>
          <a:solidFill>
            <a:srgbClr val="4ECDC4">
              <a:alpha val="2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2" name="TextBox 32"/>
          <p:cNvSpPr/>
          <p:nvPr/>
        </p:nvSpPr>
        <p:spPr>
          <a:xfrm>
            <a:off x="1080000" y="3600000"/>
            <a:ext cx="72000" cy="72000"/>
          </a:xfrm>
          <a:prstGeom prst="ellipse">
            <a:avLst/>
          </a:prstGeom>
          <a:solidFill>
            <a:srgbClr val="FFE66D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3" name="TextBox 33"/>
          <p:cNvSpPr/>
          <p:nvPr/>
        </p:nvSpPr>
        <p:spPr>
          <a:xfrm>
            <a:off x="360000" y="3240000"/>
            <a:ext cx="108000" cy="108000"/>
          </a:xfrm>
          <a:prstGeom prst="ellipse">
            <a:avLst/>
          </a:prstGeom>
          <a:solidFill>
            <a:srgbClr val="FF6B6B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4" name="TextBox 34"/>
          <p:cNvSpPr/>
          <p:nvPr/>
        </p:nvSpPr>
        <p:spPr>
          <a:xfrm>
            <a:off x="720000" y="3600000"/>
            <a:ext cx="90000" cy="90000"/>
          </a:xfrm>
          <a:prstGeom prst="ellipse">
            <a:avLst/>
          </a:prstGeom>
          <a:solidFill>
            <a:srgbClr val="4ECDC4">
              <a:alpha val="2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5" name="TextBox 35"/>
          <p:cNvSpPr/>
          <p:nvPr/>
        </p:nvSpPr>
        <p:spPr>
          <a:xfrm>
            <a:off x="1080000" y="3960000"/>
            <a:ext cx="72000" cy="72000"/>
          </a:xfrm>
          <a:prstGeom prst="ellipse">
            <a:avLst/>
          </a:prstGeom>
          <a:solidFill>
            <a:srgbClr val="FFE66D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6" name="TextBox 36"/>
          <p:cNvSpPr/>
          <p:nvPr/>
        </p:nvSpPr>
        <p:spPr>
          <a:xfrm>
            <a:off x="360000" y="3600000"/>
            <a:ext cx="108000" cy="108000"/>
          </a:xfrm>
          <a:prstGeom prst="ellipse">
            <a:avLst/>
          </a:prstGeom>
          <a:solidFill>
            <a:srgbClr val="FF6B6B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7" name="TextBox 37"/>
          <p:cNvSpPr/>
          <p:nvPr/>
        </p:nvSpPr>
        <p:spPr>
          <a:xfrm>
            <a:off x="720000" y="3960000"/>
            <a:ext cx="90000" cy="90000"/>
          </a:xfrm>
          <a:prstGeom prst="ellipse">
            <a:avLst/>
          </a:prstGeom>
          <a:solidFill>
            <a:srgbClr val="4ECDC4">
              <a:alpha val="2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8" name="TextBox 38"/>
          <p:cNvSpPr/>
          <p:nvPr/>
        </p:nvSpPr>
        <p:spPr>
          <a:xfrm>
            <a:off x="1080000" y="4320000"/>
            <a:ext cx="72000" cy="72000"/>
          </a:xfrm>
          <a:prstGeom prst="ellipse">
            <a:avLst/>
          </a:prstGeom>
          <a:solidFill>
            <a:srgbClr val="FFE66D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9" name="TextBox 39"/>
          <p:cNvSpPr/>
          <p:nvPr/>
        </p:nvSpPr>
        <p:spPr>
          <a:xfrm>
            <a:off x="2160000" y="1080000"/>
            <a:ext cx="9360000" cy="4680000"/>
          </a:xfrm>
          <a:prstGeom prst="roundRect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0" name="TextBox 40"/>
          <p:cNvSpPr/>
          <p:nvPr/>
        </p:nvSpPr>
        <p:spPr>
          <a:xfrm>
            <a:off x="2160000" y="1080000"/>
            <a:ext cx="9360000" cy="90000"/>
          </a:xfrm>
          <a:prstGeom prst="rect">
            <a:avLst/>
          </a:prstGeom>
          <a:solidFill>
            <a:srgbClr val="FF6B6B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1" name="TextBox 41"/>
          <p:cNvSpPr/>
          <p:nvPr/>
        </p:nvSpPr>
        <p:spPr>
          <a:xfrm>
            <a:off x="2520000" y="1440000"/>
            <a:ext cx="1440000" cy="360000"/>
          </a:xfrm>
          <a:prstGeom prst="roundRect">
            <a:avLst/>
          </a:prstGeom>
          <a:solidFill>
            <a:srgbClr val="4ECDC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2" name="TextBox 42"/>
          <p:cNvSpPr/>
          <p:nvPr/>
        </p:nvSpPr>
        <p:spPr>
          <a:xfrm>
            <a:off x="2520000" y="1512000"/>
            <a:ext cx="1440000" cy="216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400">
                <a:solidFill>
                  <a:srgbClr val="FFFFFF"/>
                </a:solidFill>
                <a:latin typeface="Microsoft YaHei"/>
                <a:ea typeface="Microsoft YaHei"/>
              </a:rPr>
              <a:t>企业培训</a:t>
            </a:r>
          </a:p>
        </p:txBody>
      </p:sp>
      <p:sp>
        <p:nvSpPr>
          <p:cNvPr id="43" name="TextBox 43"/>
          <p:cNvSpPr/>
          <p:nvPr/>
        </p:nvSpPr>
        <p:spPr>
          <a:xfrm>
            <a:off x="2520000" y="1980000"/>
            <a:ext cx="7200000" cy="90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4800" b="1">
                <a:solidFill>
                  <a:srgbClr val="2D3436"/>
                </a:solidFill>
                <a:latin typeface="Microsoft YaHei"/>
                <a:ea typeface="Microsoft YaHei"/>
              </a:rPr>
              <a:t>高效沟通技巧</a:t>
            </a:r>
          </a:p>
        </p:txBody>
      </p:sp>
      <p:sp>
        <p:nvSpPr>
          <p:cNvPr id="44" name="TextBox 44"/>
          <p:cNvSpPr/>
          <p:nvPr/>
        </p:nvSpPr>
        <p:spPr>
          <a:xfrm>
            <a:off x="2520000" y="2952000"/>
            <a:ext cx="7920000" cy="3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800">
                <a:solidFill>
                  <a:srgbClr val="FF6B6B"/>
                </a:solidFill>
                <a:latin typeface="Arial Black"/>
                <a:ea typeface="Arial Black"/>
              </a:rPr>
              <a:t>EFFECTIVE COMMUNICATION SKILLS</a:t>
            </a:r>
          </a:p>
        </p:txBody>
      </p:sp>
      <p:sp>
        <p:nvSpPr>
          <p:cNvPr id="45" name="TextBox 45"/>
          <p:cNvSpPr/>
          <p:nvPr/>
        </p:nvSpPr>
        <p:spPr>
          <a:xfrm>
            <a:off x="2520000" y="3420000"/>
            <a:ext cx="2880000" cy="36000"/>
          </a:xfrm>
          <a:prstGeom prst="rect">
            <a:avLst/>
          </a:prstGeom>
          <a:solidFill>
            <a:srgbClr val="FFE66D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6" name="TextBox 46"/>
          <p:cNvSpPr/>
          <p:nvPr/>
        </p:nvSpPr>
        <p:spPr>
          <a:xfrm>
            <a:off x="2520000" y="3672000"/>
            <a:ext cx="1440000" cy="18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200">
                <a:solidFill>
                  <a:srgbClr val="B2BEC3"/>
                </a:solidFill>
                <a:latin typeface="Microsoft YaHei"/>
                <a:ea typeface="Microsoft YaHei"/>
              </a:rPr>
              <a:t>主讲讲师</a:t>
            </a:r>
          </a:p>
        </p:txBody>
      </p:sp>
      <p:sp>
        <p:nvSpPr>
          <p:cNvPr id="47" name="TextBox 47"/>
          <p:cNvSpPr/>
          <p:nvPr/>
        </p:nvSpPr>
        <p:spPr>
          <a:xfrm>
            <a:off x="2520000" y="3888000"/>
            <a:ext cx="3600000" cy="288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800">
                <a:solidFill>
                  <a:srgbClr val="2D3436"/>
                </a:solidFill>
                <a:latin typeface="Microsoft YaHei"/>
                <a:ea typeface="Microsoft YaHei"/>
              </a:rPr>
              <a:t>张明远 资深培训师</a:t>
            </a:r>
          </a:p>
        </p:txBody>
      </p:sp>
      <p:sp>
        <p:nvSpPr>
          <p:cNvPr id="48" name="TextBox 48"/>
          <p:cNvSpPr/>
          <p:nvPr/>
        </p:nvSpPr>
        <p:spPr>
          <a:xfrm>
            <a:off x="2520000" y="4500000"/>
            <a:ext cx="2160000" cy="900000"/>
          </a:xfrm>
          <a:prstGeom prst="roundRect">
            <a:avLst/>
          </a:prstGeom>
          <a:solidFill>
            <a:srgbClr val="FFF9E6"/>
          </a:solidFill>
          <a:ln w="12700">
            <a:solidFill>
              <a:srgbClr val="FF6B6B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9" name="TextBox 49"/>
          <p:cNvSpPr/>
          <p:nvPr/>
        </p:nvSpPr>
        <p:spPr>
          <a:xfrm>
            <a:off x="2700000" y="4608000"/>
            <a:ext cx="1800000" cy="144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100">
                <a:solidFill>
                  <a:srgbClr val="B2BEC3"/>
                </a:solidFill>
                <a:latin typeface="Microsoft YaHei"/>
                <a:ea typeface="Microsoft YaHei"/>
              </a:rPr>
              <a:t>培训时间</a:t>
            </a:r>
          </a:p>
        </p:txBody>
      </p:sp>
      <p:sp>
        <p:nvSpPr>
          <p:cNvPr id="50" name="TextBox 50"/>
          <p:cNvSpPr/>
          <p:nvPr/>
        </p:nvSpPr>
        <p:spPr>
          <a:xfrm>
            <a:off x="2700000" y="4824000"/>
            <a:ext cx="1800000" cy="21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400" b="1">
                <a:solidFill>
                  <a:srgbClr val="2D3436"/>
                </a:solidFill>
                <a:latin typeface="Microsoft YaHei"/>
                <a:ea typeface="Microsoft YaHei"/>
              </a:rPr>
              <a:t>2026年3月25日</a:t>
            </a:r>
          </a:p>
        </p:txBody>
      </p:sp>
      <p:sp>
        <p:nvSpPr>
          <p:cNvPr id="51" name="TextBox 51"/>
          <p:cNvSpPr/>
          <p:nvPr/>
        </p:nvSpPr>
        <p:spPr>
          <a:xfrm>
            <a:off x="2700000" y="5112000"/>
            <a:ext cx="1800000" cy="18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200">
                <a:solidFill>
                  <a:srgbClr val="FF6B6B"/>
                </a:solidFill>
                <a:latin typeface="Microsoft YaHei"/>
                <a:ea typeface="Microsoft YaHei"/>
              </a:rPr>
              <a:t>14:00 - 17:00</a:t>
            </a:r>
          </a:p>
        </p:txBody>
      </p:sp>
      <p:sp>
        <p:nvSpPr>
          <p:cNvPr id="52" name="TextBox 52"/>
          <p:cNvSpPr/>
          <p:nvPr/>
        </p:nvSpPr>
        <p:spPr>
          <a:xfrm>
            <a:off x="5040000" y="4500000"/>
            <a:ext cx="2160000" cy="900000"/>
          </a:xfrm>
          <a:prstGeom prst="roundRect">
            <a:avLst/>
          </a:prstGeom>
          <a:solidFill>
            <a:srgbClr val="FFF9E6"/>
          </a:solidFill>
          <a:ln w="12700">
            <a:solidFill>
              <a:srgbClr val="4ECDC4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3" name="TextBox 53"/>
          <p:cNvSpPr/>
          <p:nvPr/>
        </p:nvSpPr>
        <p:spPr>
          <a:xfrm>
            <a:off x="5220000" y="4608000"/>
            <a:ext cx="1800000" cy="144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100">
                <a:solidFill>
                  <a:srgbClr val="B2BEC3"/>
                </a:solidFill>
                <a:latin typeface="Microsoft YaHei"/>
                <a:ea typeface="Microsoft YaHei"/>
              </a:rPr>
              <a:t>培训地点</a:t>
            </a:r>
          </a:p>
        </p:txBody>
      </p:sp>
      <p:sp>
        <p:nvSpPr>
          <p:cNvPr id="54" name="TextBox 54"/>
          <p:cNvSpPr/>
          <p:nvPr/>
        </p:nvSpPr>
        <p:spPr>
          <a:xfrm>
            <a:off x="5220000" y="4824000"/>
            <a:ext cx="1800000" cy="21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400" b="1">
                <a:solidFill>
                  <a:srgbClr val="2D3436"/>
                </a:solidFill>
                <a:latin typeface="Microsoft YaHei"/>
                <a:ea typeface="Microsoft YaHei"/>
              </a:rPr>
              <a:t>总部3楼培训室</a:t>
            </a:r>
          </a:p>
        </p:txBody>
      </p:sp>
      <p:sp>
        <p:nvSpPr>
          <p:cNvPr id="55" name="TextBox 55"/>
          <p:cNvSpPr/>
          <p:nvPr/>
        </p:nvSpPr>
        <p:spPr>
          <a:xfrm>
            <a:off x="5220000" y="5112000"/>
            <a:ext cx="1800000" cy="18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200">
                <a:solidFill>
                  <a:srgbClr val="4ECDC4"/>
                </a:solidFill>
                <a:latin typeface="Microsoft YaHei"/>
                <a:ea typeface="Microsoft YaHei"/>
              </a:rPr>
              <a:t>线上同步直播</a:t>
            </a:r>
          </a:p>
        </p:txBody>
      </p:sp>
      <p:sp>
        <p:nvSpPr>
          <p:cNvPr id="56" name="TextBox 56"/>
          <p:cNvSpPr/>
          <p:nvPr/>
        </p:nvSpPr>
        <p:spPr>
          <a:xfrm>
            <a:off x="7560000" y="4500000"/>
            <a:ext cx="1800000" cy="900000"/>
          </a:xfrm>
          <a:prstGeom prst="roundRect">
            <a:avLst/>
          </a:prstGeom>
          <a:solidFill>
            <a:srgbClr val="FFF9E6"/>
          </a:solidFill>
          <a:ln w="12700">
            <a:solidFill>
              <a:srgbClr val="FFE66D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7" name="TextBox 57"/>
          <p:cNvSpPr/>
          <p:nvPr/>
        </p:nvSpPr>
        <p:spPr>
          <a:xfrm>
            <a:off x="7740000" y="4608000"/>
            <a:ext cx="1440000" cy="144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100">
                <a:solidFill>
                  <a:srgbClr val="B2BEC3"/>
                </a:solidFill>
                <a:latin typeface="Microsoft YaHei"/>
                <a:ea typeface="Microsoft YaHei"/>
              </a:rPr>
              <a:t>参与人数</a:t>
            </a:r>
          </a:p>
        </p:txBody>
      </p:sp>
      <p:sp>
        <p:nvSpPr>
          <p:cNvPr id="58" name="TextBox 58"/>
          <p:cNvSpPr/>
          <p:nvPr/>
        </p:nvSpPr>
        <p:spPr>
          <a:xfrm>
            <a:off x="7740000" y="4788000"/>
            <a:ext cx="1440000" cy="3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2400">
                <a:solidFill>
                  <a:srgbClr val="FFE66D"/>
                </a:solidFill>
                <a:latin typeface="Arial Black"/>
                <a:ea typeface="Arial Black"/>
              </a:rPr>
              <a:t>50人</a:t>
            </a:r>
          </a:p>
        </p:txBody>
      </p:sp>
      <p:sp>
        <p:nvSpPr>
          <p:cNvPr id="59" name="TextBox 59"/>
          <p:cNvSpPr/>
          <p:nvPr/>
        </p:nvSpPr>
        <p:spPr>
          <a:xfrm>
            <a:off x="10080000" y="1440000"/>
            <a:ext cx="2880000" cy="2880000"/>
          </a:xfrm>
          <a:prstGeom prst="ellipse">
            <a:avLst/>
          </a:prstGeom>
          <a:solidFill>
            <a:srgbClr val="FF6B6B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0" name="TextBox 60"/>
          <p:cNvSpPr/>
          <p:nvPr/>
        </p:nvSpPr>
        <p:spPr>
          <a:xfrm>
            <a:off x="10800000" y="3600000"/>
            <a:ext cx="1800000" cy="1800000"/>
          </a:xfrm>
          <a:prstGeom prst="ellipse">
            <a:avLst/>
          </a:prstGeom>
          <a:solidFill>
            <a:srgbClr val="4ECDC4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E6"/>
        </a:solidFill>
      </p:bgPr>
    </p:bg>
    <p:spTree>
      <p:nvGrpSpPr>
        <p:cNvPr id="1" name=""/>
        <p:cNvGrpSpPr/>
        <p:nvPr/>
      </p:nvGrpSpPr>
      <p:grpSpPr/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E6"/>
        </a:solidFill>
      </p:bgPr>
    </p:bg>
    <p:spTree>
      <p:nvGrpSpPr>
        <p:cNvPr id="1" name=""/>
        <p:cNvGrpSpPr/>
        <p:nvPr/>
      </p:nvGrpSpPr>
      <p:grpSpPr/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E6"/>
        </a:solidFill>
      </p:bgPr>
    </p:bg>
    <p:spTree>
      <p:nvGrpSpPr>
        <p:cNvPr id="1" name=""/>
        <p:cNvGrpSpPr/>
        <p:nvPr/>
      </p:nvGrpSpPr>
      <p:grpSpPr/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E6"/>
        </a:solidFill>
      </p:bgPr>
    </p:bg>
    <p:spTree>
      <p:nvGrpSpPr>
        <p:cNvPr id="1" name=""/>
        <p:cNvGrpSpPr/>
        <p:nvPr/>
      </p:nvGrpSpPr>
      <p:grpSpPr/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E6"/>
        </a:solidFill>
      </p:bgPr>
    </p:bg>
    <p:spTree>
      <p:nvGrpSpPr>
        <p:cNvPr id="1" name=""/>
        <p:cNvGrpSpPr/>
        <p:nvPr/>
      </p:nvGrpSpPr>
      <p:grpSpPr/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E6"/>
        </a:solidFill>
      </p:bgPr>
    </p:bg>
    <p:spTree>
      <p:nvGrpSpPr>
        <p:cNvPr id="1" name=""/>
        <p:cNvGrpSpPr/>
        <p:nvPr/>
      </p:nvGrpSpPr>
      <p:grpSpPr/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