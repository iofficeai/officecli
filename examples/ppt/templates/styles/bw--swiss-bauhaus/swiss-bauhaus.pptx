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506da1a3f04427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0dd9fd13e70c479e"/>
    <p:sldId id="257" r:id="Rf9d31a959b52435b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0dd9fd13e70c479e" /><Relationship Type="http://schemas.openxmlformats.org/officeDocument/2006/relationships/slide" Target="/ppt/slides/slide2.xml" Id="Rf9d31a959b52435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047cf2158431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c797a607f4c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8f1a663224e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2c3940408449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91a5782338748df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66f49defa4c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a14e56d934eb8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0"/>
            <a:ext cx="5040000" cy="6858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"/>
          <p:cNvSpPr/>
          <p:nvPr/>
        </p:nvSpPr>
        <p:spPr>
          <a:xfrm>
            <a:off x="5040000" y="5040000"/>
            <a:ext cx="7153200" cy="1818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"/>
          <p:cNvSpPr/>
          <p:nvPr/>
        </p:nvSpPr>
        <p:spPr>
          <a:xfrm>
            <a:off x="5760000" y="0"/>
            <a:ext cx="2880000" cy="28800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ar-1"/>
          <p:cNvSpPr/>
          <p:nvPr/>
        </p:nvSpPr>
        <p:spPr>
          <a:xfrm>
            <a:off x="5040000" y="2988000"/>
            <a:ext cx="7153200" cy="144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dot-1"/>
          <p:cNvSpPr/>
          <p:nvPr/>
        </p:nvSpPr>
        <p:spPr>
          <a:xfrm>
            <a:off x="9000000" y="3420000"/>
            <a:ext cx="900000" cy="90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dot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  <a:solidFill>
            <a:srgbClr val="1C1C1C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h-main"/>
          <p:cNvSpPr/>
          <p:nvPr/>
        </p:nvSpPr>
        <p:spPr>
          <a:xfrm>
            <a:off x="576000" y="1080000"/>
            <a:ext cx="3600000" cy="29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FFFFFF"/>
                </a:solidFill>
                <a:latin typeface="Arial"/>
                <a:ea typeface="Arial"/>
              </a:rPr>
              <a:t>DESIGN</a:t>
            </a:r>
          </a:p>
          <a:p>
            <a:r>
              <a:rPr lang="en-US" sz="6400" b="1">
                <a:solidFill>
                  <a:srgbClr val="FFFFFF"/>
                </a:solidFill>
                <a:latin typeface="Arial"/>
                <a:ea typeface="Arial"/>
              </a:rPr>
              <a:t>THINKING</a:t>
            </a:r>
          </a:p>
        </p:txBody>
      </p:sp>
      <p:sp>
        <p:nvSpPr>
          <p:cNvPr id="11" name="!!h-sub"/>
          <p:cNvSpPr/>
          <p:nvPr/>
        </p:nvSpPr>
        <p:spPr>
          <a:xfrm>
            <a:off x="5400000" y="3240000"/>
            <a:ext cx="612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>
                <a:solidFill>
                  <a:srgbClr val="1C1C1C"/>
                </a:solidFill>
                <a:latin typeface="Arial"/>
                <a:ea typeface="Arial"/>
              </a:rPr>
              <a:t>INNOVATION WORKSHOP 2025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xmlns:p14="http://schemas.microsoft.com/office/powerpoint/2010/main" mc:Ignorable="p159">
  <p:cSld>
    <p:bg>
      <p:bgPr>
        <a:solidFill xmlns:a="http://schemas.openxmlformats.org/drawingml/2006/main">
          <a:srgbClr val="1C1C1C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0"/>
            <a:ext cx="12193200" cy="198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b"/>
          <p:cNvSpPr/>
          <p:nvPr/>
        </p:nvSpPr>
        <p:spPr>
          <a:xfrm>
            <a:off x="0" y="1980000"/>
            <a:ext cx="12193200" cy="4878000"/>
          </a:xfrm>
          <a:prstGeom prst="rect">
            <a:avLst/>
          </a:prstGeom>
          <a:solidFill>
            <a:srgbClr val="1C1C1C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c"/>
          <p:cNvSpPr/>
          <p:nvPr/>
        </p:nvSpPr>
        <p:spPr>
          <a:xfrm>
            <a:off x="9720000" y="1980000"/>
            <a:ext cx="2473200" cy="216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ar-1"/>
          <p:cNvSpPr/>
          <p:nvPr/>
        </p:nvSpPr>
        <p:spPr>
          <a:xfrm>
            <a:off x="0" y="3780000"/>
            <a:ext cx="12193200" cy="720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dot-1"/>
          <p:cNvSpPr/>
          <p:nvPr/>
        </p:nvSpPr>
        <p:spPr>
          <a:xfrm>
            <a:off x="720000" y="4320000"/>
            <a:ext cx="540000" cy="540000"/>
          </a:xfrm>
          <a:prstGeom prst="rect">
            <a:avLst/>
          </a:prstGeom>
          <a:solidFill>
            <a:srgbClr val="F5F5F5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dot-2"/>
          <p:cNvSpPr/>
          <p:nvPr/>
        </p:nvSpPr>
        <p:spPr>
          <a:xfrm>
            <a:off x="1800000" y="4248000"/>
            <a:ext cx="720000" cy="720000"/>
          </a:xfrm>
          <a:prstGeom prst="rect">
            <a:avLst/>
          </a:prstGeom>
          <a:solidFill>
            <a:srgbClr val="E63322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photo-1"/>
          <p:cNvSpPr/>
          <p:nvPr/>
        </p:nvSpPr>
        <p:spPr>
          <a:xfrm>
            <a:off x="0" y="1980000"/>
            <a:ext cx="5040000" cy="487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60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h-main"/>
          <p:cNvSpPr/>
          <p:nvPr/>
        </p:nvSpPr>
        <p:spPr>
          <a:xfrm>
            <a:off x="5400000" y="288000"/>
            <a:ext cx="6120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600" b="1">
                <a:solidFill>
                  <a:srgbClr val="FFFFFF"/>
                </a:solidFill>
                <a:latin typeface="Arial"/>
                <a:ea typeface="Arial"/>
              </a:rPr>
              <a:t>5 STAGES</a:t>
            </a:r>
          </a:p>
        </p:txBody>
      </p:sp>
      <p:sp>
        <p:nvSpPr>
          <p:cNvPr id="11" name="!!h-sub"/>
          <p:cNvSpPr/>
          <p:nvPr/>
        </p:nvSpPr>
        <p:spPr>
          <a:xfrm>
            <a:off x="5400000" y="4140000"/>
            <a:ext cx="6120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CCCCCC"/>
                </a:solidFill>
                <a:latin typeface="Arial"/>
                <a:ea typeface="Arial"/>
              </a:rPr>
              <a:t>Empathize — Define — Ideate — Prototype — Test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