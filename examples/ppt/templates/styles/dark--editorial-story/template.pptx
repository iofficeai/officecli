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c5d23ddafa14de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f7859440fd224f35"/>
    <p:sldId id="257" r:id="Rc806ba834a7f49b0"/>
    <p:sldId id="258" r:id="R75cfe8a1538343e5"/>
    <p:sldId id="259" r:id="Rc9409ae5b1874b99"/>
    <p:sldId id="260" r:id="R95b5ee71644140fc"/>
    <p:sldId id="261" r:id="Re02b190e900649c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7859440fd224f35" /><Relationship Type="http://schemas.openxmlformats.org/officeDocument/2006/relationships/slide" Target="/ppt/slides/slide2.xml" Id="Rc806ba834a7f49b0" /><Relationship Type="http://schemas.openxmlformats.org/officeDocument/2006/relationships/slide" Target="/ppt/slides/slide3.xml" Id="R75cfe8a1538343e5" /><Relationship Type="http://schemas.openxmlformats.org/officeDocument/2006/relationships/slide" Target="/ppt/slides/slide4.xml" Id="Rc9409ae5b1874b99" /><Relationship Type="http://schemas.openxmlformats.org/officeDocument/2006/relationships/slide" Target="/ppt/slides/slide5.xml" Id="R95b5ee71644140fc" /><Relationship Type="http://schemas.openxmlformats.org/officeDocument/2006/relationships/slide" Target="/ppt/slides/slide6.xml" Id="Re02b190e900649c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5debe732143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2b41cd5d546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90a0678b94f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ad5c108f246c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50f3ae03ab0451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9af52250c4f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bb5ec558e4b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5cf7c61a642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bc89ba3a24e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1593f3b284f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4c7c1ab664e17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180000" y="180000"/>
            <a:ext cx="11833200" cy="6498000"/>
          </a:xfrm>
          <a:prstGeom prst="rect">
            <a:avLst/>
          </a:prstGeom>
          <a:noFill/>
          <a:ln w="25400">
            <a:solidFill>
              <a:srgbClr val="2C3E50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0" y="0"/>
            <a:ext cx="12193200" cy="288000"/>
          </a:xfrm>
          <a:prstGeom prst="rect">
            <a:avLst/>
          </a:prstGeom>
          <a:solidFill>
            <a:srgbClr val="2C3E5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0" y="6570000"/>
            <a:ext cx="12193200" cy="288000"/>
          </a:xfrm>
          <a:prstGeom prst="rect">
            <a:avLst/>
          </a:prstGeom>
          <a:solidFill>
            <a:srgbClr val="2C3E5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8640000" y="2880000"/>
            <a:ext cx="2880000" cy="2880000"/>
          </a:xfrm>
          <a:prstGeom prst="ellipse">
            <a:avLst/>
          </a:prstGeom>
          <a:solidFill>
            <a:srgbClr val="E74C3C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1080000" y="4320000"/>
            <a:ext cx="1800000" cy="1800000"/>
          </a:xfrm>
          <a:prstGeom prst="ellipse">
            <a:avLst/>
          </a:prstGeom>
          <a:solidFill>
            <a:srgbClr val="2C3E50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360000" y="1080000"/>
            <a:ext cx="108000" cy="4320000"/>
          </a:xfrm>
          <a:prstGeom prst="rect">
            <a:avLst/>
          </a:prstGeom>
          <a:solidFill>
            <a:srgbClr val="E74C3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9360000" y="720000"/>
            <a:ext cx="1800000" cy="432000"/>
          </a:xfrm>
          <a:prstGeom prst="rect">
            <a:avLst/>
          </a:prstGeom>
          <a:solidFill>
            <a:srgbClr val="E74C3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9360000" y="828000"/>
            <a:ext cx="1800000" cy="288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800">
                <a:solidFill>
                  <a:srgbClr val="FFFFFF"/>
                </a:solidFill>
                <a:latin typeface="Arial Black"/>
                <a:ea typeface="Arial Black"/>
              </a:rPr>
              <a:t>VOL.06</a:t>
            </a:r>
          </a:p>
        </p:txBody>
      </p:sp>
      <p:sp>
        <p:nvSpPr>
          <p:cNvPr id="10" name="TextBox 10"/>
          <p:cNvSpPr/>
          <p:nvPr/>
        </p:nvSpPr>
        <p:spPr>
          <a:xfrm>
            <a:off x="1080000" y="1800000"/>
            <a:ext cx="7200000" cy="10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6400" b="1">
                <a:solidFill>
                  <a:srgbClr val="2C3E50"/>
                </a:solidFill>
                <a:latin typeface="Microsoft YaHei"/>
                <a:ea typeface="Microsoft YaHei"/>
              </a:rPr>
              <a:t>编辑故事</a:t>
            </a:r>
          </a:p>
        </p:txBody>
      </p:sp>
      <p:sp>
        <p:nvSpPr>
          <p:cNvPr id="11" name="TextBox 11"/>
          <p:cNvSpPr/>
          <p:nvPr/>
        </p:nvSpPr>
        <p:spPr>
          <a:xfrm>
            <a:off x="1080000" y="3060000"/>
            <a:ext cx="6480000" cy="54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800">
                <a:solidFill>
                  <a:srgbClr val="E74C3C"/>
                </a:solidFill>
                <a:latin typeface="Georgia"/>
                <a:ea typeface="Georgia"/>
              </a:rPr>
              <a:t>EDITORIAL STORY</a:t>
            </a:r>
          </a:p>
        </p:txBody>
      </p:sp>
      <p:sp>
        <p:nvSpPr>
          <p:cNvPr id="12" name="TextBox 12"/>
          <p:cNvSpPr/>
          <p:nvPr/>
        </p:nvSpPr>
        <p:spPr>
          <a:xfrm>
            <a:off x="1080000" y="3960000"/>
            <a:ext cx="4320000" cy="36000"/>
          </a:xfrm>
          <a:prstGeom prst="rect">
            <a:avLst/>
          </a:prstGeom>
          <a:solidFill>
            <a:srgbClr val="2C3E5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1080000" y="414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000">
                <a:solidFill>
                  <a:srgbClr val="666666"/>
                </a:solidFill>
                <a:latin typeface="Microsoft YaHei"/>
                <a:ea typeface="Microsoft YaHei"/>
              </a:rPr>
              <a:t>探索故事的力量</a:t>
            </a:r>
          </a:p>
        </p:txBody>
      </p:sp>
      <p:sp>
        <p:nvSpPr>
          <p:cNvPr id="14" name="TextBox 14"/>
          <p:cNvSpPr/>
          <p:nvPr/>
        </p:nvSpPr>
        <p:spPr>
          <a:xfrm>
            <a:off x="1080000" y="4608000"/>
            <a:ext cx="5400000" cy="288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>
                <a:solidFill>
                  <a:srgbClr val="999999"/>
                </a:solidFill>
                <a:latin typeface="Georgia"/>
                <a:ea typeface="Georgia"/>
              </a:rPr>
              <a:t>The Power of Storytelling</a:t>
            </a:r>
          </a:p>
        </p:txBody>
      </p:sp>
      <p:sp>
        <p:nvSpPr>
          <p:cNvPr id="15" name="TextBox 15"/>
          <p:cNvSpPr/>
          <p:nvPr/>
        </p:nvSpPr>
        <p:spPr>
          <a:xfrm>
            <a:off x="7200000" y="1440000"/>
            <a:ext cx="4320000" cy="3600000"/>
          </a:xfrm>
          <a:prstGeom prst="roundRect">
            <a:avLst/>
          </a:prstGeom>
          <a:solidFill>
            <a:srgbClr val="F5F5F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7200000" y="1440000"/>
            <a:ext cx="72000" cy="3600000"/>
          </a:xfrm>
          <a:prstGeom prst="rect">
            <a:avLst/>
          </a:prstGeom>
          <a:solidFill>
            <a:srgbClr val="2C3E5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7200000" y="306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400">
                <a:solidFill>
                  <a:srgbClr val="999999"/>
                </a:solidFill>
                <a:latin typeface="Microsoft YaHei"/>
                <a:ea typeface="Microsoft YaHei"/>
              </a:rPr>
              <a:t>图片区域</a:t>
            </a:r>
          </a:p>
        </p:txBody>
      </p:sp>
      <p:sp>
        <p:nvSpPr>
          <p:cNvPr id="18" name="TextBox 18"/>
          <p:cNvSpPr/>
          <p:nvPr/>
        </p:nvSpPr>
        <p:spPr>
          <a:xfrm>
            <a:off x="1080000" y="5760000"/>
            <a:ext cx="2160000" cy="21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200">
                <a:solidFill>
                  <a:srgbClr val="666666"/>
                </a:solidFill>
                <a:latin typeface="Microsoft YaHei"/>
                <a:ea typeface="Microsoft YaHei"/>
              </a:rPr>
              <a:t>2026年3月刊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