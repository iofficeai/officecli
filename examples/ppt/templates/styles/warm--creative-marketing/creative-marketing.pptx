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ec40645788f41a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ae3e0ad2e524c63"/>
    <p:sldId id="257" r:id="R1e4b6a54f2ba4ad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ae3e0ad2e524c63" /><Relationship Type="http://schemas.openxmlformats.org/officeDocument/2006/relationships/slide" Target="/ppt/slides/slide2.xml" Id="R1e4b6a54f2ba4ad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facba0c8642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bb1a5d24545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eca05baed4a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d224d15f3432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9b5a96a39db45f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0f4dced2d4d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55d97fa5c4be8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E0C0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0"/>
            <a:ext cx="12193200" cy="324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0" y="5040000"/>
            <a:ext cx="5760000" cy="1818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5760000" y="5040000"/>
            <a:ext cx="6433200" cy="1818000"/>
          </a:xfrm>
          <a:prstGeom prst="rect">
            <a:avLst/>
          </a:prstGeom>
          <a:solidFill>
            <a:srgbClr val="F5E0C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tar-1"/>
          <p:cNvSpPr/>
          <p:nvPr/>
        </p:nvSpPr>
        <p:spPr>
          <a:xfrm rot="2700000">
            <a:off x="6840000" y="360000"/>
            <a:ext cx="2160000" cy="2160000"/>
          </a:xfrm>
          <a:prstGeom prst="rect">
            <a:avLst/>
          </a:prstGeom>
          <a:solidFill>
            <a:srgbClr val="F5E0C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-2"/>
          <p:cNvSpPr/>
          <p:nvPr/>
        </p:nvSpPr>
        <p:spPr>
          <a:xfrm rot="2700000">
            <a:off x="9360000" y="900000"/>
            <a:ext cx="1440000" cy="144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-3"/>
          <p:cNvSpPr/>
          <p:nvPr/>
        </p:nvSpPr>
        <p:spPr>
          <a:xfrm rot="2700000">
            <a:off x="900000" y="3780000"/>
            <a:ext cx="900000" cy="90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76000" y="540000"/>
            <a:ext cx="6120000" cy="187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8800">
                <a:solidFill>
                  <a:srgbClr val="F5E0C0"/>
                </a:solidFill>
                <a:latin typeface="Impact"/>
                <a:ea typeface="Impact"/>
              </a:rPr>
              <a:t>MAKE NOISE</a:t>
            </a:r>
          </a:p>
        </p:txBody>
      </p:sp>
      <p:sp>
        <p:nvSpPr>
          <p:cNvPr id="11" name="!!h-sub"/>
          <p:cNvSpPr/>
          <p:nvPr/>
        </p:nvSpPr>
        <p:spPr>
          <a:xfrm>
            <a:off x="576000" y="3780000"/>
            <a:ext cx="720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>
                <a:solidFill>
                  <a:srgbClr val="1A1A1A"/>
                </a:solidFill>
                <a:latin typeface="Impact"/>
                <a:ea typeface="Impact"/>
              </a:rPr>
              <a:t>CREATIVE MARKETING  —  2025 CAMPAIGN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A1A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3618000"/>
            <a:ext cx="12193200" cy="324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0" y="0"/>
            <a:ext cx="4320000" cy="3618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4320000" y="0"/>
            <a:ext cx="7873200" cy="3618000"/>
          </a:xfrm>
          <a:prstGeom prst="rect">
            <a:avLst/>
          </a:prstGeom>
          <a:solidFill>
            <a:srgbClr val="F5E0C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tar-1"/>
          <p:cNvSpPr/>
          <p:nvPr/>
        </p:nvSpPr>
        <p:spPr>
          <a:xfrm rot="2700000">
            <a:off x="10440000" y="3960000"/>
            <a:ext cx="1800000" cy="1800000"/>
          </a:xfrm>
          <a:prstGeom prst="rect">
            <a:avLst/>
          </a:prstGeom>
          <a:solidFill>
            <a:srgbClr val="F5E0C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-2"/>
          <p:cNvSpPr/>
          <p:nvPr/>
        </p:nvSpPr>
        <p:spPr>
          <a:xfrm rot="2700000">
            <a:off x="720000" y="4500000"/>
            <a:ext cx="1260000" cy="126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-3"/>
          <p:cNvSpPr/>
          <p:nvPr/>
        </p:nvSpPr>
        <p:spPr>
          <a:xfrm rot="2700000">
            <a:off x="3780000" y="180000"/>
            <a:ext cx="1260000" cy="126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4320000" y="0"/>
            <a:ext cx="3240000" cy="361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76000" y="3960000"/>
            <a:ext cx="100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>
                <a:solidFill>
                  <a:srgbClr val="F5E0C0"/>
                </a:solidFill>
                <a:latin typeface="Impact"/>
                <a:ea typeface="Impact"/>
              </a:rPr>
              <a:t>ATTENTION IS THE CURRENCY</a:t>
            </a:r>
          </a:p>
        </p:txBody>
      </p:sp>
      <p:sp>
        <p:nvSpPr>
          <p:cNvPr id="11" name="!!h-sub"/>
          <p:cNvSpPr/>
          <p:nvPr/>
        </p:nvSpPr>
        <p:spPr>
          <a:xfrm>
            <a:off x="7740000" y="1080000"/>
            <a:ext cx="34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9A9080"/>
                </a:solidFill>
                <a:latin typeface="Arial"/>
                <a:ea typeface="Arial"/>
              </a:rPr>
              <a:t>In a world of infinite scroll, disruption is the only strategy.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