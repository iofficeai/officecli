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645e31ba6b43ec" /><Relationship Type="http://schemas.openxmlformats.org/package/2006/relationships/metadata/core-properties" Target="/docProps/core.xml" Id="Rb08c7e5c203b44bc" /><Relationship Type="http://schemas.openxmlformats.org/officeDocument/2006/relationships/extended-properties" Target="/docProps/app.xml" Id="Rd205e53ba692412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81c20fa49364065"/>
    <p:sldId id="257" r:id="Rfedc3f8b70df44ca"/>
    <p:sldId id="258" r:id="R3f26c2e8cc4d4fd1"/>
    <p:sldId id="259" r:id="R38befbdf8bd84f65"/>
    <p:sldId id="260" r:id="Rdee019a3b5c14648"/>
    <p:sldId id="261" r:id="R6a7853795534406a"/>
    <p:sldId id="262" r:id="Rdd36c3f8864145ca"/>
    <p:sldId id="263" r:id="R971c7cfc1f7140ae"/>
    <p:sldId id="264" r:id="R19f95746628e478c"/>
    <p:sldId id="265" r:id="R850503f197e24b83"/>
    <p:sldId id="266" r:id="R70a4b0feaa6c4748"/>
    <p:sldId id="267" r:id="R47734b6b8d1f467f"/>
    <p:sldId id="268" r:id="R46b3e5ff418840a8"/>
    <p:sldId id="269" r:id="Rccfe893c03d84bed"/>
    <p:sldId id="270" r:id="Reb4cdcbec7cb4b6a"/>
    <p:sldId id="271" r:id="R6f962a73136f41e4"/>
    <p:sldId id="272" r:id="R0692683efc6440ea"/>
    <p:sldId id="273" r:id="Rbe3dd982a810423e"/>
    <p:sldId id="274" r:id="Ref750a6d82ec43a1"/>
    <p:sldId id="275" r:id="R19435abcc5954b34"/>
    <p:sldId id="276" r:id="R9dc47f3de1964150"/>
    <p:sldId id="277" r:id="Rc147f82405d54248"/>
    <p:sldId id="278" r:id="R56a4fe53caca4b82"/>
    <p:sldId id="279" r:id="Rc4bbca27c83e4db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81c20fa49364065" /><Relationship Type="http://schemas.openxmlformats.org/officeDocument/2006/relationships/slide" Target="/ppt/slides/slide2.xml" Id="Rfedc3f8b70df44ca" /><Relationship Type="http://schemas.openxmlformats.org/officeDocument/2006/relationships/slide" Target="/ppt/slides/slide3.xml" Id="R3f26c2e8cc4d4fd1" /><Relationship Type="http://schemas.openxmlformats.org/officeDocument/2006/relationships/slide" Target="/ppt/slides/slide4.xml" Id="R38befbdf8bd84f65" /><Relationship Type="http://schemas.openxmlformats.org/officeDocument/2006/relationships/slide" Target="/ppt/slides/slide5.xml" Id="Rdee019a3b5c14648" /><Relationship Type="http://schemas.openxmlformats.org/officeDocument/2006/relationships/slide" Target="/ppt/slides/slide6.xml" Id="R6a7853795534406a" /><Relationship Type="http://schemas.openxmlformats.org/officeDocument/2006/relationships/slide" Target="/ppt/slides/slide7.xml" Id="Rdd36c3f8864145ca" /><Relationship Type="http://schemas.openxmlformats.org/officeDocument/2006/relationships/slide" Target="/ppt/slides/slide8.xml" Id="R971c7cfc1f7140ae" /><Relationship Type="http://schemas.openxmlformats.org/officeDocument/2006/relationships/slide" Target="/ppt/slides/slide9.xml" Id="R19f95746628e478c" /><Relationship Type="http://schemas.openxmlformats.org/officeDocument/2006/relationships/slide" Target="/ppt/slides/slide10.xml" Id="R850503f197e24b83" /><Relationship Type="http://schemas.openxmlformats.org/officeDocument/2006/relationships/slide" Target="/ppt/slides/slide11.xml" Id="R70a4b0feaa6c4748" /><Relationship Type="http://schemas.openxmlformats.org/officeDocument/2006/relationships/slide" Target="/ppt/slides/slide12.xml" Id="R47734b6b8d1f467f" /><Relationship Type="http://schemas.openxmlformats.org/officeDocument/2006/relationships/slide" Target="/ppt/slides/slide13.xml" Id="R46b3e5ff418840a8" /><Relationship Type="http://schemas.openxmlformats.org/officeDocument/2006/relationships/slide" Target="/ppt/slides/slide14.xml" Id="Rccfe893c03d84bed" /><Relationship Type="http://schemas.openxmlformats.org/officeDocument/2006/relationships/slide" Target="/ppt/slides/slide15.xml" Id="Reb4cdcbec7cb4b6a" /><Relationship Type="http://schemas.openxmlformats.org/officeDocument/2006/relationships/slide" Target="/ppt/slides/slide16.xml" Id="R6f962a73136f41e4" /><Relationship Type="http://schemas.openxmlformats.org/officeDocument/2006/relationships/slide" Target="/ppt/slides/slide17.xml" Id="R0692683efc6440ea" /><Relationship Type="http://schemas.openxmlformats.org/officeDocument/2006/relationships/slide" Target="/ppt/slides/slide18.xml" Id="Rbe3dd982a810423e" /><Relationship Type="http://schemas.openxmlformats.org/officeDocument/2006/relationships/slide" Target="/ppt/slides/slide19.xml" Id="Ref750a6d82ec43a1" /><Relationship Type="http://schemas.openxmlformats.org/officeDocument/2006/relationships/slide" Target="/ppt/slides/slide20.xml" Id="R19435abcc5954b34" /><Relationship Type="http://schemas.openxmlformats.org/officeDocument/2006/relationships/slide" Target="/ppt/slides/slide21.xml" Id="R9dc47f3de1964150" /><Relationship Type="http://schemas.openxmlformats.org/officeDocument/2006/relationships/slide" Target="/ppt/slides/slide22.xml" Id="Rc147f82405d54248" /><Relationship Type="http://schemas.openxmlformats.org/officeDocument/2006/relationships/slide" Target="/ppt/slides/slide23.xml" Id="R56a4fe53caca4b82" /><Relationship Type="http://schemas.openxmlformats.org/officeDocument/2006/relationships/slide" Target="/ppt/slides/slide24.xml" Id="Rc4bbca27c83e4db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efe25c219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205d113ea45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925bee46a4c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3fb7023ae4d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db62f7096438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3744a9e53184a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4a9d48401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0d2dca4c048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dad0d59dd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73c5208d4c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66929ae7740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44cd9599b43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fb19d4d9741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ef281a05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72e81ec2b49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481435c941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396bee814b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28c086ae48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708c88a44b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b46ff66d447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431457ea94b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dcb10e5c41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fcac8634744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57a259c843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7f801b19d41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ccecafbcd45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ef72ffd7840b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f8d055774a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0d33f317841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20644456345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Dynamic Transitions</a:t>
            </a:r>
          </a:p>
        </p:txBody>
      </p:sp>
    </p:spTree>
  </p:cSld>
</p:sld>
</file>

<file path=ppt/slides/slide2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0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switch-right</a:t>
            </a:r>
          </a:p>
        </p:txBody>
      </p:sp>
    </p:spTree>
  </p:cSld>
  <mc:AlternateContent>
    <mc:Choice Requires="p14">
      <p:transition xmlns:p14="http://schemas.microsoft.com/office/powerpoint/2010/main">
        <p14:switch dir="r"/>
      </p:transition>
    </mc:Choice>
    <mc:Fallback>
      <p:transition>
        <p:fade/>
      </p:transition>
    </mc:Fallback>
  </mc:AlternateContent>
</p:sld>
</file>

<file path=ppt/slides/slide3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0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flip-right</a:t>
            </a:r>
          </a:p>
        </p:txBody>
      </p:sp>
    </p:spTree>
  </p:cSld>
  <mc:AlternateContent>
    <mc:Choice Requires="p14">
      <p:transition xmlns:p14="http://schemas.microsoft.com/office/powerpoint/2010/main">
        <p14:flip dir="r"/>
      </p:transition>
    </mc:Choice>
    <mc:Fallback>
      <p:transition>
        <p:fade/>
      </p:transition>
    </mc:Fallback>
  </mc:AlternateContent>
</p:sld>
</file>

<file path=ppt/slides/slide4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0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ferris-right</a:t>
            </a:r>
          </a:p>
        </p:txBody>
      </p:sp>
    </p:spTree>
  </p:cSld>
  <mc:AlternateContent>
    <mc:Choice Requires="p14">
      <p:transition xmlns:p14="http://schemas.microsoft.com/office/powerpoint/2010/main">
        <p14:ferris dir="r"/>
      </p:transition>
    </mc:Choice>
    <mc:Fallback>
      <p:transition>
        <p:fade/>
      </p:transition>
    </mc:Fallback>
  </mc:AlternateContent>
</p:sld>
</file>

<file path=ppt/slides/slide5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0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gallery-right</a:t>
            </a:r>
          </a:p>
        </p:txBody>
      </p:sp>
    </p:spTree>
  </p:cSld>
  <mc:AlternateContent>
    <mc:Choice Requires="p14">
      <p:transition xmlns:p14="http://schemas.microsoft.com/office/powerpoint/2010/main">
        <p14:gallery dir="r"/>
      </p:transition>
    </mc:Choice>
    <mc:Fallback>
      <p:transition>
        <p:fade/>
      </p:transition>
    </mc:Fallback>
  </mc:AlternateContent>
</p:sld>
</file>

<file path=ppt/slides/slide6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1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conveyor-right</a:t>
            </a:r>
          </a:p>
        </p:txBody>
      </p:sp>
    </p:spTree>
  </p:cSld>
  <mc:AlternateContent>
    <mc:Choice Requires="p14">
      <p:transition xmlns:p14="http://schemas.microsoft.com/office/powerpoint/2010/main">
        <p14:conveyor dir="r"/>
      </p:transition>
    </mc:Choice>
    <mc:Fallback>
      <p:transition>
        <p:fade/>
      </p:transition>
    </mc:Fallback>
  </mc:AlternateContent>
</p:sld>
</file>

<file path=ppt/slides/slide7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reveal-right</a:t>
            </a:r>
          </a:p>
        </p:txBody>
      </p:sp>
    </p:spTree>
  </p:cSld>
  <mc:AlternateContent>
    <mc:Choice Requires="p14">
      <p:transition xmlns:p14="http://schemas.microsoft.com/office/powerpoint/2010/main">
        <p14:reveal dir="r"/>
      </p:transition>
    </mc:Choice>
    <mc:Fallback>
      <p:transition>
        <p:fade/>
      </p:transition>
    </mc:Fallback>
  </mc:AlternateContent>
</p:sld>
</file>

<file path=ppt/slides/slide8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1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shred-out</a:t>
            </a:r>
          </a:p>
        </p:txBody>
      </p:sp>
    </p:spTree>
  </p:cSld>
  <mc:AlternateContent>
    <mc:Choice Requires="p14">
      <p:transition xmlns:p14="http://schemas.microsoft.com/office/powerpoint/2010/main">
        <p14:shred dir="out"/>
      </p:transition>
    </mc:Choice>
    <mc:Fallback>
      <p:transition>
        <p:fade/>
      </p:transition>
    </mc:Fallback>
  </mc:AlternateContent>
</p:sld>
</file>

<file path=ppt/slides/slide9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1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flythrough-out</a:t>
            </a:r>
          </a:p>
        </p:txBody>
      </p:sp>
    </p:spTree>
  </p:cSld>
  <mc:AlternateContent>
    <mc:Choice Requires="p14">
      <p:transition xmlns:p14="http://schemas.microsoft.com/office/powerpoint/2010/main">
        <p14:flythrough dir="out"/>
      </p:transition>
    </mc:Choice>
    <mc:Fallback>
      <p:transition>
        <p:fade/>
      </p:transition>
    </mc:Fallback>
  </mc:AlternateContent>
</p:sld>
</file>

<file path=ppt/slides/slide10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1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warp-out</a:t>
            </a:r>
          </a:p>
        </p:txBody>
      </p:sp>
    </p:spTree>
  </p:cSld>
  <mc:AlternateContent>
    <mc:Choice Requires="p14">
      <p:transition xmlns:p14="http://schemas.microsoft.com/office/powerpoint/2010/main">
        <p14:warp dir="out"/>
      </p:transition>
    </mc:Choice>
    <mc:Fallback>
      <p:transition>
        <p:fade/>
      </p:transition>
    </mc:Fallback>
  </mc:AlternateContent>
</p:sld>
</file>

<file path=ppt/slides/slide11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2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vortex-up</a:t>
            </a:r>
          </a:p>
        </p:txBody>
      </p:sp>
    </p:spTree>
  </p:cSld>
  <mc:AlternateContent>
    <mc:Choice Requires="p14">
      <p:transition xmlns:p14="http://schemas.microsoft.com/office/powerpoint/2010/main">
        <p14:vortex dir="u"/>
      </p:transition>
    </mc:Choice>
    <mc:Fallback>
      <p:transition>
        <p:fade/>
      </p:transition>
    </mc:Fallback>
  </mc:AlternateContent>
</p:sld>
</file>

<file path=ppt/slides/slide12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2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vortex-right</a:t>
            </a:r>
          </a:p>
        </p:txBody>
      </p:sp>
    </p:spTree>
  </p:cSld>
  <mc:AlternateContent>
    <mc:Choice Requires="p14">
      <p:transition xmlns:p14="http://schemas.microsoft.com/office/powerpoint/2010/main">
        <p14:vortex dir="r"/>
      </p:transition>
    </mc:Choice>
    <mc:Fallback>
      <p:transition>
        <p:fade/>
      </p:transition>
    </mc:Fallback>
  </mc:AlternateContent>
</p:sld>
</file>

<file path=ppt/slides/slide13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2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glitter-up</a:t>
            </a:r>
          </a:p>
        </p:txBody>
      </p:sp>
    </p:spTree>
  </p:cSld>
  <mc:AlternateContent>
    <mc:Choice Requires="p14">
      <p:transition xmlns:p14="http://schemas.microsoft.com/office/powerpoint/2010/main">
        <p14:glitter dir="u"/>
      </p:transition>
    </mc:Choice>
    <mc:Fallback>
      <p:transition>
        <p:fade/>
      </p:transition>
    </mc:Fallback>
  </mc:AlternateContent>
</p:sld>
</file>

<file path=ppt/slides/slide14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2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glitter-right</a:t>
            </a:r>
          </a:p>
        </p:txBody>
      </p:sp>
    </p:spTree>
  </p:cSld>
  <mc:AlternateContent>
    <mc:Choice Requires="p14">
      <p:transition xmlns:p14="http://schemas.microsoft.com/office/powerpoint/2010/main">
        <p14:glitter dir="r"/>
      </p:transition>
    </mc:Choice>
    <mc:Fallback>
      <p:transition>
        <p:fade/>
      </p:transition>
    </mc:Fallback>
  </mc:AlternateContent>
</p:sld>
</file>

<file path=ppt/slides/slide15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2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pan-up</a:t>
            </a:r>
          </a:p>
        </p:txBody>
      </p:sp>
    </p:spTree>
  </p:cSld>
  <mc:AlternateContent>
    <mc:Choice Requires="p14">
      <p:transition xmlns:p14="http://schemas.microsoft.com/office/powerpoint/2010/main">
        <p14:pan dir="u"/>
      </p:transition>
    </mc:Choice>
    <mc:Fallback>
      <p:transition>
        <p:fade/>
      </p:transition>
    </mc:Fallback>
  </mc:AlternateContent>
</p:sld>
</file>

<file path=ppt/slides/slide16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3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pan-right</a:t>
            </a:r>
          </a:p>
        </p:txBody>
      </p:sp>
    </p:spTree>
  </p:cSld>
  <mc:AlternateContent>
    <mc:Choice Requires="p14">
      <p:transition xmlns:p14="http://schemas.microsoft.com/office/powerpoint/2010/main">
        <p14:pan dir="r"/>
      </p:transition>
    </mc:Choice>
    <mc:Fallback>
      <p:transition>
        <p:fade/>
      </p:transition>
    </mc:Fallback>
  </mc:AlternateContent>
</p:sld>
</file>

<file path=ppt/slides/slide17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3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prism-up</a:t>
            </a:r>
          </a:p>
        </p:txBody>
      </p:sp>
    </p:spTree>
  </p:cSld>
  <mc:AlternateContent>
    <mc:Choice Requires="p14">
      <p:transition xmlns:p14="http://schemas.microsoft.com/office/powerpoint/2010/main">
        <p14:prism/>
      </p:transition>
    </mc:Choice>
    <mc:Fallback>
      <p:transition>
        <p:fade/>
      </p:transition>
    </mc:Fallback>
  </mc:AlternateContent>
</p:sld>
</file>

<file path=ppt/slides/slide18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3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prism-right</a:t>
            </a:r>
          </a:p>
        </p:txBody>
      </p:sp>
    </p:spTree>
  </p:cSld>
  <mc:AlternateContent>
    <mc:Choice Requires="p14">
      <p:transition xmlns:p14="http://schemas.microsoft.com/office/powerpoint/2010/main">
        <p14:prism/>
      </p:transition>
    </mc:Choice>
    <mc:Fallback>
      <p:transition>
        <p:fade/>
      </p:transition>
    </mc:Fallback>
  </mc:AlternateContent>
</p:sld>
</file>

<file path=ppt/slides/slide19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3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doors-horizontal</a:t>
            </a:r>
          </a:p>
        </p:txBody>
      </p:sp>
    </p:spTree>
  </p:cSld>
  <mc:AlternateContent>
    <mc:Choice Requires="p14">
      <p:transition xmlns:p14="http://schemas.microsoft.com/office/powerpoint/2010/main">
        <p14:doors dir="horz"/>
      </p:transition>
    </mc:Choice>
    <mc:Fallback>
      <p:transition>
        <p:fade/>
      </p:transition>
    </mc:Fallback>
  </mc:AlternateContent>
</p:sld>
</file>

<file path=ppt/slides/slide20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3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doors-vertical</a:t>
            </a:r>
          </a:p>
        </p:txBody>
      </p:sp>
    </p:spTree>
  </p:cSld>
  <mc:AlternateContent>
    <mc:Choice Requires="p14">
      <p:transition xmlns:p14="http://schemas.microsoft.com/office/powerpoint/2010/main">
        <p14:doors dir="vert"/>
      </p:transition>
    </mc:Choice>
    <mc:Fallback>
      <p:transition>
        <p:fade/>
      </p:transition>
    </mc:Fallback>
  </mc:AlternateContent>
</p:sld>
</file>

<file path=ppt/slides/slide21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4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window-horizontal</a:t>
            </a:r>
          </a:p>
        </p:txBody>
      </p:sp>
    </p:spTree>
  </p:cSld>
  <mc:AlternateContent>
    <mc:Choice Requires="p14">
      <p:transition xmlns:p14="http://schemas.microsoft.com/office/powerpoint/2010/main">
        <p14:window dir="horz"/>
      </p:transition>
    </mc:Choice>
    <mc:Fallback>
      <p:transition>
        <p:fade/>
      </p:transition>
    </mc:Fallback>
  </mc:AlternateContent>
</p:sld>
</file>

<file path=ppt/slides/slide22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4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window-vertical</a:t>
            </a:r>
          </a:p>
        </p:txBody>
      </p:sp>
    </p:spTree>
  </p:cSld>
  <mc:AlternateContent>
    <mc:Choice Requires="p14">
      <p:transition xmlns:p14="http://schemas.microsoft.com/office/powerpoint/2010/main">
        <p14:window dir="vert"/>
      </p:transition>
    </mc:Choice>
    <mc:Fallback>
      <p:transition>
        <p:fade/>
      </p:transition>
    </mc:Fallback>
  </mc:AlternateContent>
</p:sld>
</file>

<file path=ppt/slides/slide23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4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ripple</a:t>
            </a:r>
          </a:p>
        </p:txBody>
      </p:sp>
    </p:spTree>
  </p:cSld>
  <mc:AlternateContent>
    <mc:Choice Requires="p14">
      <p:transition xmlns:p14="http://schemas.microsoft.com/office/powerpoint/2010/main">
        <p14:ripple/>
      </p:transition>
    </mc:Choice>
    <mc:Fallback>
      <p:transition>
        <p:fade/>
      </p:transition>
    </mc:Fallback>
  </mc:AlternateContent>
</p:sld>
</file>

<file path=ppt/slides/slide24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spTree>
      <p:nvGrpSpPr>
        <p:cNvPr id="1" name=""/>
        <p:cNvGrpSpPr/>
        <p:nvPr/>
      </p:nvGrpSpPr>
      <p:grpSpPr/>
      <p:sp>
        <p:nvSpPr>
          <p:cNvPr id="1004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honeycomb</a:t>
            </a:r>
          </a:p>
        </p:txBody>
      </p:sp>
    </p:spTree>
  </p:cSld>
  <mc:AlternateContent>
    <mc:Choice Requires="p14">
      <p:transition xmlns:p14="http://schemas.microsoft.com/office/powerpoint/2010/main">
        <p14:honeycomb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2026-05-18T18:30:13Z</dcterms:created>
  <cp:lastModifiedBy>OfficeCLI</cp:lastModifiedBy>
  <dcterms:modified xsi:type="dcterms:W3CDTF">2026-05-18T18:30:13Z</dcterms:modified>
</cp:coreProperties>
</file>