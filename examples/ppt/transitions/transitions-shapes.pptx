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92d4d24a214487b" /><Relationship Type="http://schemas.openxmlformats.org/package/2006/relationships/metadata/core-properties" Target="/docProps/core.xml" Id="R82633669ff6a48a0" /><Relationship Type="http://schemas.openxmlformats.org/officeDocument/2006/relationships/extended-properties" Target="/docProps/app.xml" Id="R62a7c62f3e33453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0c0f90a5f24b4184"/>
    <p:sldId id="257" r:id="Re6d465b9297c41de"/>
    <p:sldId id="258" r:id="Rd637e5f0a6014f75"/>
    <p:sldId id="259" r:id="Rcd5d43eec5a44b88"/>
    <p:sldId id="260" r:id="R7d367927be734e36"/>
    <p:sldId id="261" r:id="Ra6a112e2e86c4cb5"/>
    <p:sldId id="262" r:id="R92e3f45ef78644a3"/>
    <p:sldId id="263" r:id="R5fe9fc3adf2f47b7"/>
    <p:sldId id="264" r:id="R56d241c8562e4dec"/>
    <p:sldId id="265" r:id="R21fdc357f3a840ae"/>
    <p:sldId id="266" r:id="R961a3cb25cad4d60"/>
    <p:sldId id="267" r:id="Ra509018e469141a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0c0f90a5f24b4184" /><Relationship Type="http://schemas.openxmlformats.org/officeDocument/2006/relationships/slide" Target="/ppt/slides/slide2.xml" Id="Re6d465b9297c41de" /><Relationship Type="http://schemas.openxmlformats.org/officeDocument/2006/relationships/slide" Target="/ppt/slides/slide3.xml" Id="Rd637e5f0a6014f75" /><Relationship Type="http://schemas.openxmlformats.org/officeDocument/2006/relationships/slide" Target="/ppt/slides/slide4.xml" Id="Rcd5d43eec5a44b88" /><Relationship Type="http://schemas.openxmlformats.org/officeDocument/2006/relationships/slide" Target="/ppt/slides/slide5.xml" Id="R7d367927be734e36" /><Relationship Type="http://schemas.openxmlformats.org/officeDocument/2006/relationships/slide" Target="/ppt/slides/slide6.xml" Id="Ra6a112e2e86c4cb5" /><Relationship Type="http://schemas.openxmlformats.org/officeDocument/2006/relationships/slide" Target="/ppt/slides/slide7.xml" Id="R92e3f45ef78644a3" /><Relationship Type="http://schemas.openxmlformats.org/officeDocument/2006/relationships/slide" Target="/ppt/slides/slide8.xml" Id="R5fe9fc3adf2f47b7" /><Relationship Type="http://schemas.openxmlformats.org/officeDocument/2006/relationships/slide" Target="/ppt/slides/slide9.xml" Id="R56d241c8562e4dec" /><Relationship Type="http://schemas.openxmlformats.org/officeDocument/2006/relationships/slide" Target="/ppt/slides/slide10.xml" Id="R21fdc357f3a840ae" /><Relationship Type="http://schemas.openxmlformats.org/officeDocument/2006/relationships/slide" Target="/ppt/slides/slide11.xml" Id="R961a3cb25cad4d60" /><Relationship Type="http://schemas.openxmlformats.org/officeDocument/2006/relationships/slide" Target="/ppt/slides/slide12.xml" Id="Ra509018e469141a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266f93ba244b5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1a9a1af2f24b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568ba86623452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b5bdc8d7dc45f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d73e3d34ca4aa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b7239cf1be5433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8656e17ec47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9d93fa66b49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1a5fd3a3742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fdf12863646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445dc594346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5fccf112f44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f4dc8109e40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656074e15441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95dfb670b45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3c161718647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a0d76898a94e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f4b48e3894d1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01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Shape Transitions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2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03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circle</a:t>
            </a:r>
          </a:p>
        </p:txBody>
      </p:sp>
    </p:spTree>
  </p:cSld>
  <p:transition>
    <p:circle/>
  </p:transition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4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05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diamond</a:t>
            </a:r>
          </a:p>
        </p:txBody>
      </p:sp>
    </p:spTree>
  </p:cSld>
  <p:transition>
    <p:diamond/>
  </p:transition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6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07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plus</a:t>
            </a:r>
          </a:p>
        </p:txBody>
      </p:sp>
    </p:spTree>
  </p:cSld>
  <p:transition>
    <p:plus/>
  </p:transition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8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09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wedge</a:t>
            </a:r>
          </a:p>
        </p:txBody>
      </p:sp>
    </p:spTree>
  </p:cSld>
  <p:transition>
    <p:wedge/>
  </p:transition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10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5B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11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zoom-in</a:t>
            </a:r>
          </a:p>
        </p:txBody>
      </p:sp>
    </p:spTree>
  </p:cSld>
  <p:transition>
    <p:zoom dir="in"/>
  </p:transition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12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5B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13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zoom-out</a:t>
            </a:r>
          </a:p>
        </p:txBody>
      </p:sp>
    </p:spTree>
  </p:cSld>
  <p:transition>
    <p:zoom dir="out"/>
  </p:transition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14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15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wheel-1 (1 spokes)</a:t>
            </a:r>
          </a:p>
        </p:txBody>
      </p:sp>
    </p:spTree>
  </p:cSld>
  <p:transition>
    <p:wheel spokes="1"/>
  </p:transition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16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17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wheel-2 (2 spokes)</a:t>
            </a:r>
          </a:p>
        </p:txBody>
      </p:sp>
    </p:spTree>
  </p:cSld>
  <p:transition>
    <p:wheel spokes="2"/>
  </p:transition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18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19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wheel-3 (3 spokes)</a:t>
            </a:r>
          </a:p>
        </p:txBody>
      </p:sp>
    </p:spTree>
  </p:cSld>
  <p:transition>
    <p:wheel spokes="3"/>
  </p:transition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20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21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wheel-4 (4 spokes)</a:t>
            </a:r>
          </a:p>
        </p:txBody>
      </p:sp>
    </p:spTree>
  </p:cSld>
  <p:transition>
    <p:wheel spokes="4"/>
  </p:transition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22" name="TextBox 1"/>
          <p:cNvSpPr/>
          <p:nvPr/>
        </p:nvSpPr>
        <p:spPr>
          <a:xfrm xmlns:a="http://schemas.openxmlformats.org/drawingml/2006/main">
            <a:off x="0" y="0"/>
            <a:ext cx="1219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sp>
        <p:nvSpPr>
          <p:cNvPr id="10023" name="TextBox 2"/>
          <p:cNvSpPr txBox="1"/>
          <p:nvPr/>
        </p:nvSpPr>
        <p:spPr>
          <a:xfrm xmlns:a="http://schemas.openxmlformats.org/drawingml/2006/main">
            <a:off x="720000" y="2520000"/>
            <a:ext cx="107532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</a:rPr>
              <a:t>wheel-8 (8 spokes)</a:t>
            </a:r>
          </a:p>
        </p:txBody>
      </p:sp>
    </p:spTree>
  </p:cSld>
  <p:transition>
    <p:wheel spokes="8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OfficeCLI/1.0.94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2026-05-18T18:31:44Z</dcterms:created>
  <cp:lastModifiedBy>OfficeCLI</cp:lastModifiedBy>
  <dcterms:modified xsi:type="dcterms:W3CDTF">2026-05-18T18:31:44Z</dcterms:modified>
</cp:coreProperties>
</file>