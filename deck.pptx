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ad50f93356c4970" /><Relationship Type="http://schemas.openxmlformats.org/package/2006/relationships/metadata/core-properties" Target="/docProps/core.xml" Id="R97263c7d257c48da" /><Relationship Type="http://schemas.openxmlformats.org/officeDocument/2006/relationships/extended-properties" Target="/docProps/app.xml" Id="R25ab291b2f6d4522" /><Relationship Type="http://schemas.openxmlformats.org/officeDocument/2006/relationships/custom-properties" Target="/docProps/custom.xml" Id="R0f9e284d2d4d4df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955ac5830c654c2b"/>
    <p:sldId id="257" r:id="Rf2ceb0838a0b4870"/>
    <p:sldId id="258" r:id="R28c555f32e61431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55ac5830c654c2b" /><Relationship Type="http://schemas.openxmlformats.org/officeDocument/2006/relationships/slide" Target="/ppt/slides/slide2.xml" Id="Rf2ceb0838a0b4870" /><Relationship Type="http://schemas.openxmlformats.org/officeDocument/2006/relationships/slide" Target="/ppt/slides/slide3.xml" Id="R28c555f32e61431b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15aa71d1aa42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74defa4aea44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c3901292843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b291b818e645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06e1b04c914fe0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05199dd817d466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124e5982245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5c25bd8ef49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9799973ab4d6c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Q4 Report</a:t>
            </a:r>
          </a:p>
        </p:txBody>
      </p:sp>
      <p:sp>
        <p:nvSpPr>
          <p:cNvPr id="100000" name="TextBox 2"/>
          <p:cNvSpPr txBox="1"/>
          <p:nvPr/>
        </p:nvSpPr>
        <p:spPr>
          <a:xfrm xmlns:a="http://schemas.openxmlformats.org/drawingml/2006/main">
            <a:off x="720000" y="180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FFFFFF"/>
                </a:solidFill>
                <a:latin typeface="Arial"/>
                <a:ea typeface="Arial"/>
              </a:rPr>
              <a:t>Revenue grew 25%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Q4 Report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Q4 Report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OfficeCLI/1.0.133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2026-07-09T19:18:34Z</dcterms:created>
  <cp:lastModifiedBy>OfficeCLI</cp:lastModifiedBy>
  <dcterms:modified xsi:type="dcterms:W3CDTF">2026-07-09T19:18:34Z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1.0.133</vt:lpwstr>
  </op:property>
  <op:property fmtid="{D5CDD505-2E9C-101B-9397-08002B2CF9AE}" pid="3" name="OfficeCLI.LastModified">
    <vt:lpwstr xmlns:vt="http://schemas.openxmlformats.org/officeDocument/2006/docPropsVTypes">2026-07-09T19:20:48Z</vt:lpwstr>
  </op:property>
</op:Properties>
</file>